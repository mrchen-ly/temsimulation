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914" y="1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jpg"/><Relationship Id="rId18" Type="http://schemas.openxmlformats.org/officeDocument/2006/relationships/image" Target="../media/image17.jpg"/><Relationship Id="rId26" Type="http://schemas.openxmlformats.org/officeDocument/2006/relationships/image" Target="../media/image25.jpg"/><Relationship Id="rId3" Type="http://schemas.openxmlformats.org/officeDocument/2006/relationships/image" Target="../media/image2.jpg"/><Relationship Id="rId21" Type="http://schemas.openxmlformats.org/officeDocument/2006/relationships/image" Target="../media/image20.jpg"/><Relationship Id="rId7" Type="http://schemas.openxmlformats.org/officeDocument/2006/relationships/image" Target="../media/image6.jpg"/><Relationship Id="rId12" Type="http://schemas.openxmlformats.org/officeDocument/2006/relationships/image" Target="../media/image11.jpg"/><Relationship Id="rId17" Type="http://schemas.openxmlformats.org/officeDocument/2006/relationships/image" Target="../media/image16.jpg"/><Relationship Id="rId25" Type="http://schemas.openxmlformats.org/officeDocument/2006/relationships/image" Target="../media/image24.jpg"/><Relationship Id="rId2" Type="http://schemas.openxmlformats.org/officeDocument/2006/relationships/image" Target="../media/image1.jpg"/><Relationship Id="rId16" Type="http://schemas.openxmlformats.org/officeDocument/2006/relationships/image" Target="../media/image15.jpg"/><Relationship Id="rId20" Type="http://schemas.openxmlformats.org/officeDocument/2006/relationships/image" Target="../media/image19.jpg"/><Relationship Id="rId29" Type="http://schemas.openxmlformats.org/officeDocument/2006/relationships/image" Target="../media/image28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g"/><Relationship Id="rId11" Type="http://schemas.openxmlformats.org/officeDocument/2006/relationships/image" Target="../media/image10.jpg"/><Relationship Id="rId24" Type="http://schemas.openxmlformats.org/officeDocument/2006/relationships/image" Target="../media/image23.jpg"/><Relationship Id="rId5" Type="http://schemas.openxmlformats.org/officeDocument/2006/relationships/image" Target="../media/image4.jpg"/><Relationship Id="rId15" Type="http://schemas.openxmlformats.org/officeDocument/2006/relationships/image" Target="../media/image14.jpg"/><Relationship Id="rId23" Type="http://schemas.openxmlformats.org/officeDocument/2006/relationships/image" Target="../media/image22.jpg"/><Relationship Id="rId28" Type="http://schemas.openxmlformats.org/officeDocument/2006/relationships/image" Target="../media/image27.jpg"/><Relationship Id="rId10" Type="http://schemas.openxmlformats.org/officeDocument/2006/relationships/image" Target="../media/image9.jpg"/><Relationship Id="rId19" Type="http://schemas.openxmlformats.org/officeDocument/2006/relationships/image" Target="../media/image18.jpg"/><Relationship Id="rId31" Type="http://schemas.openxmlformats.org/officeDocument/2006/relationships/image" Target="../media/image30.jpg"/><Relationship Id="rId4" Type="http://schemas.openxmlformats.org/officeDocument/2006/relationships/image" Target="../media/image3.jpg"/><Relationship Id="rId9" Type="http://schemas.openxmlformats.org/officeDocument/2006/relationships/image" Target="../media/image8.jpg"/><Relationship Id="rId14" Type="http://schemas.openxmlformats.org/officeDocument/2006/relationships/image" Target="../media/image13.jpg"/><Relationship Id="rId22" Type="http://schemas.openxmlformats.org/officeDocument/2006/relationships/image" Target="../media/image21.jpg"/><Relationship Id="rId27" Type="http://schemas.openxmlformats.org/officeDocument/2006/relationships/image" Target="../media/image26.jpg"/><Relationship Id="rId30" Type="http://schemas.openxmlformats.org/officeDocument/2006/relationships/image" Target="../media/image2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TO_output_01_sl_032_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564" y="407078"/>
            <a:ext cx="1152000" cy="1152000"/>
          </a:xfrm>
          <a:prstGeom prst="rect">
            <a:avLst/>
          </a:prstGeom>
        </p:spPr>
      </p:pic>
      <p:pic>
        <p:nvPicPr>
          <p:cNvPr id="4" name="Picture 3" descr="STO_output_02_sl_032_ma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3734" y="407078"/>
            <a:ext cx="1152000" cy="1152000"/>
          </a:xfrm>
          <a:prstGeom prst="rect">
            <a:avLst/>
          </a:prstGeom>
        </p:spPr>
      </p:pic>
      <p:pic>
        <p:nvPicPr>
          <p:cNvPr id="5" name="Picture 4" descr="STO_output_03_sl_032_ma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04" y="407078"/>
            <a:ext cx="1152000" cy="1152000"/>
          </a:xfrm>
          <a:prstGeom prst="rect">
            <a:avLst/>
          </a:prstGeom>
        </p:spPr>
      </p:pic>
      <p:pic>
        <p:nvPicPr>
          <p:cNvPr id="6" name="Picture 5" descr="STO_output_04_sl_032_ma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564" y="1663149"/>
            <a:ext cx="1152000" cy="1152000"/>
          </a:xfrm>
          <a:prstGeom prst="rect">
            <a:avLst/>
          </a:prstGeom>
        </p:spPr>
      </p:pic>
      <p:pic>
        <p:nvPicPr>
          <p:cNvPr id="7" name="Picture 6" descr="STO_output_05_sl_032_map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3734" y="1663149"/>
            <a:ext cx="1152000" cy="1152000"/>
          </a:xfrm>
          <a:prstGeom prst="rect">
            <a:avLst/>
          </a:prstGeom>
        </p:spPr>
      </p:pic>
      <p:pic>
        <p:nvPicPr>
          <p:cNvPr id="8" name="Picture 7" descr="STO_output_06_sl_032_map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04" y="1663149"/>
            <a:ext cx="1152000" cy="1152000"/>
          </a:xfrm>
          <a:prstGeom prst="rect">
            <a:avLst/>
          </a:prstGeom>
        </p:spPr>
      </p:pic>
      <p:pic>
        <p:nvPicPr>
          <p:cNvPr id="9" name="Picture 8" descr="STO_output_07_sl_032_map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564" y="2919220"/>
            <a:ext cx="1152000" cy="1152000"/>
          </a:xfrm>
          <a:prstGeom prst="rect">
            <a:avLst/>
          </a:prstGeom>
        </p:spPr>
      </p:pic>
      <p:pic>
        <p:nvPicPr>
          <p:cNvPr id="10" name="Picture 9" descr="STO_output_08_sl_032_map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13734" y="2919220"/>
            <a:ext cx="1152000" cy="1152000"/>
          </a:xfrm>
          <a:prstGeom prst="rect">
            <a:avLst/>
          </a:prstGeom>
        </p:spPr>
      </p:pic>
      <p:pic>
        <p:nvPicPr>
          <p:cNvPr id="11" name="Picture 10" descr="STO_output_09_sl_032_map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64904" y="2919220"/>
            <a:ext cx="1152000" cy="1152000"/>
          </a:xfrm>
          <a:prstGeom prst="rect">
            <a:avLst/>
          </a:prstGeom>
        </p:spPr>
      </p:pic>
      <p:pic>
        <p:nvPicPr>
          <p:cNvPr id="12" name="Picture 11" descr="STO_output_10_sl_032_map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2564" y="4175291"/>
            <a:ext cx="1152000" cy="1152000"/>
          </a:xfrm>
          <a:prstGeom prst="rect">
            <a:avLst/>
          </a:prstGeom>
        </p:spPr>
      </p:pic>
      <p:pic>
        <p:nvPicPr>
          <p:cNvPr id="13" name="Picture 12" descr="STO_output_11_sl_032_map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13734" y="4175291"/>
            <a:ext cx="1152000" cy="1152000"/>
          </a:xfrm>
          <a:prstGeom prst="rect">
            <a:avLst/>
          </a:prstGeom>
        </p:spPr>
      </p:pic>
      <p:pic>
        <p:nvPicPr>
          <p:cNvPr id="14" name="Picture 13" descr="STO_output_12_sl_032_map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64904" y="4175291"/>
            <a:ext cx="1152000" cy="1152000"/>
          </a:xfrm>
          <a:prstGeom prst="rect">
            <a:avLst/>
          </a:prstGeom>
        </p:spPr>
      </p:pic>
      <p:pic>
        <p:nvPicPr>
          <p:cNvPr id="15" name="Picture 14" descr="STO_output_13_sl_032_map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2564" y="5431362"/>
            <a:ext cx="1152000" cy="1152000"/>
          </a:xfrm>
          <a:prstGeom prst="rect">
            <a:avLst/>
          </a:prstGeom>
        </p:spPr>
      </p:pic>
      <p:pic>
        <p:nvPicPr>
          <p:cNvPr id="16" name="Picture 15" descr="STO_output_14_sl_032_map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13734" y="5431362"/>
            <a:ext cx="1152000" cy="1152000"/>
          </a:xfrm>
          <a:prstGeom prst="rect">
            <a:avLst/>
          </a:prstGeom>
        </p:spPr>
      </p:pic>
      <p:pic>
        <p:nvPicPr>
          <p:cNvPr id="17" name="Picture 16" descr="STO_output_15_sl_032_map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364904" y="5431362"/>
            <a:ext cx="1152000" cy="1152000"/>
          </a:xfrm>
          <a:prstGeom prst="rect">
            <a:avLst/>
          </a:prstGeom>
        </p:spPr>
      </p:pic>
      <p:pic>
        <p:nvPicPr>
          <p:cNvPr id="18" name="Picture 17" descr="STO_output_16_sl_032_map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03097" y="407078"/>
            <a:ext cx="1152000" cy="1152000"/>
          </a:xfrm>
          <a:prstGeom prst="rect">
            <a:avLst/>
          </a:prstGeom>
        </p:spPr>
      </p:pic>
      <p:pic>
        <p:nvPicPr>
          <p:cNvPr id="19" name="Picture 18" descr="STO_output_17_sl_032_map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54267" y="407078"/>
            <a:ext cx="1152000" cy="1152000"/>
          </a:xfrm>
          <a:prstGeom prst="rect">
            <a:avLst/>
          </a:prstGeom>
        </p:spPr>
      </p:pic>
      <p:pic>
        <p:nvPicPr>
          <p:cNvPr id="20" name="Picture 19" descr="STO_output_18_sl_032_map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905437" y="407078"/>
            <a:ext cx="1152000" cy="1152000"/>
          </a:xfrm>
          <a:prstGeom prst="rect">
            <a:avLst/>
          </a:prstGeom>
        </p:spPr>
      </p:pic>
      <p:pic>
        <p:nvPicPr>
          <p:cNvPr id="21" name="Picture 20" descr="STO_output_19_sl_032_map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203097" y="1663149"/>
            <a:ext cx="1152000" cy="1152000"/>
          </a:xfrm>
          <a:prstGeom prst="rect">
            <a:avLst/>
          </a:prstGeom>
        </p:spPr>
      </p:pic>
      <p:pic>
        <p:nvPicPr>
          <p:cNvPr id="22" name="Picture 21" descr="STO_output_20_sl_032_map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54267" y="1663149"/>
            <a:ext cx="1152000" cy="1152000"/>
          </a:xfrm>
          <a:prstGeom prst="rect">
            <a:avLst/>
          </a:prstGeom>
        </p:spPr>
      </p:pic>
      <p:pic>
        <p:nvPicPr>
          <p:cNvPr id="23" name="Picture 22" descr="STO_output_21_sl_032_map.jp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905437" y="1663149"/>
            <a:ext cx="1152000" cy="1152000"/>
          </a:xfrm>
          <a:prstGeom prst="rect">
            <a:avLst/>
          </a:prstGeom>
        </p:spPr>
      </p:pic>
      <p:pic>
        <p:nvPicPr>
          <p:cNvPr id="24" name="Picture 23" descr="STO_output_22_sl_032_map.jp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203097" y="2919220"/>
            <a:ext cx="1152000" cy="1152000"/>
          </a:xfrm>
          <a:prstGeom prst="rect">
            <a:avLst/>
          </a:prstGeom>
        </p:spPr>
      </p:pic>
      <p:pic>
        <p:nvPicPr>
          <p:cNvPr id="25" name="Picture 24" descr="STO_output_23_sl_032_map.jp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54267" y="2919220"/>
            <a:ext cx="1152000" cy="1152000"/>
          </a:xfrm>
          <a:prstGeom prst="rect">
            <a:avLst/>
          </a:prstGeom>
        </p:spPr>
      </p:pic>
      <p:pic>
        <p:nvPicPr>
          <p:cNvPr id="26" name="Picture 25" descr="STO_output_24_sl_032_map.jp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905437" y="2919220"/>
            <a:ext cx="1152000" cy="1152000"/>
          </a:xfrm>
          <a:prstGeom prst="rect">
            <a:avLst/>
          </a:prstGeom>
        </p:spPr>
      </p:pic>
      <p:pic>
        <p:nvPicPr>
          <p:cNvPr id="27" name="Picture 26" descr="STO_output_25_sl_032_map.jp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203097" y="4175291"/>
            <a:ext cx="1152000" cy="1152000"/>
          </a:xfrm>
          <a:prstGeom prst="rect">
            <a:avLst/>
          </a:prstGeom>
        </p:spPr>
      </p:pic>
      <p:pic>
        <p:nvPicPr>
          <p:cNvPr id="28" name="Picture 27" descr="STO_output_26_sl_032_map.jp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54267" y="4175291"/>
            <a:ext cx="1152000" cy="1152000"/>
          </a:xfrm>
          <a:prstGeom prst="rect">
            <a:avLst/>
          </a:prstGeom>
        </p:spPr>
      </p:pic>
      <p:pic>
        <p:nvPicPr>
          <p:cNvPr id="29" name="Picture 28" descr="STO_output_27_sl_032_map.jp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905437" y="4175291"/>
            <a:ext cx="1152000" cy="1152000"/>
          </a:xfrm>
          <a:prstGeom prst="rect">
            <a:avLst/>
          </a:prstGeom>
        </p:spPr>
      </p:pic>
      <p:pic>
        <p:nvPicPr>
          <p:cNvPr id="30" name="Picture 29" descr="STO_output_28_sl_032_map.jp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203097" y="5431362"/>
            <a:ext cx="1152000" cy="1152000"/>
          </a:xfrm>
          <a:prstGeom prst="rect">
            <a:avLst/>
          </a:prstGeom>
        </p:spPr>
      </p:pic>
      <p:pic>
        <p:nvPicPr>
          <p:cNvPr id="31" name="Picture 30" descr="STO_output_29_sl_032_map.jp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554267" y="5431362"/>
            <a:ext cx="1152000" cy="1152000"/>
          </a:xfrm>
          <a:prstGeom prst="rect">
            <a:avLst/>
          </a:prstGeom>
        </p:spPr>
      </p:pic>
      <p:pic>
        <p:nvPicPr>
          <p:cNvPr id="32" name="Picture 31" descr="STO_output_30_sl_032_map.jp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905437" y="5431362"/>
            <a:ext cx="1152000" cy="1152000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441D1C3A-79F1-BF25-4954-EC9E29837819}"/>
              </a:ext>
            </a:extLst>
          </p:cNvPr>
          <p:cNvSpPr txBox="1"/>
          <p:nvPr/>
        </p:nvSpPr>
        <p:spPr>
          <a:xfrm>
            <a:off x="-70223" y="828675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Oc</a:t>
            </a:r>
            <a:r>
              <a:rPr lang="en-US" altLang="zh-CN" dirty="0"/>
              <a:t> 0.1</a:t>
            </a:r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9319C4F-3C5B-25D9-48BA-F25468C6A773}"/>
              </a:ext>
            </a:extLst>
          </p:cNvPr>
          <p:cNvSpPr txBox="1"/>
          <p:nvPr/>
        </p:nvSpPr>
        <p:spPr>
          <a:xfrm>
            <a:off x="-87434" y="2050352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Oc</a:t>
            </a:r>
            <a:r>
              <a:rPr lang="en-US" altLang="zh-CN" dirty="0"/>
              <a:t> 0.2</a:t>
            </a:r>
            <a:endParaRPr lang="zh-CN" alt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E3E3A650-9BEF-CCF8-0E34-18489B85C4AC}"/>
              </a:ext>
            </a:extLst>
          </p:cNvPr>
          <p:cNvSpPr txBox="1"/>
          <p:nvPr/>
        </p:nvSpPr>
        <p:spPr>
          <a:xfrm>
            <a:off x="-87436" y="3306423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Oc</a:t>
            </a:r>
            <a:r>
              <a:rPr lang="en-US" altLang="zh-CN" dirty="0"/>
              <a:t> 0.3</a:t>
            </a:r>
            <a:endParaRPr lang="zh-CN" altLang="en-US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12E9E09-9DAE-CCD3-085E-837B40A71B65}"/>
              </a:ext>
            </a:extLst>
          </p:cNvPr>
          <p:cNvSpPr txBox="1"/>
          <p:nvPr/>
        </p:nvSpPr>
        <p:spPr>
          <a:xfrm>
            <a:off x="-87437" y="4586336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Oc</a:t>
            </a:r>
            <a:r>
              <a:rPr lang="en-US" altLang="zh-CN" dirty="0"/>
              <a:t> 0.4</a:t>
            </a:r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194EFCD-1448-2876-0B69-272B19408A9E}"/>
              </a:ext>
            </a:extLst>
          </p:cNvPr>
          <p:cNvSpPr txBox="1"/>
          <p:nvPr/>
        </p:nvSpPr>
        <p:spPr>
          <a:xfrm>
            <a:off x="-87435" y="5802986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Oc</a:t>
            </a:r>
            <a:r>
              <a:rPr lang="en-US" altLang="zh-CN" dirty="0"/>
              <a:t> 0.5</a:t>
            </a:r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E3E47F8-0A46-0410-3C64-3C057FE118C7}"/>
              </a:ext>
            </a:extLst>
          </p:cNvPr>
          <p:cNvSpPr txBox="1"/>
          <p:nvPr/>
        </p:nvSpPr>
        <p:spPr>
          <a:xfrm>
            <a:off x="4478917" y="796409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Oc</a:t>
            </a:r>
            <a:r>
              <a:rPr lang="en-US" altLang="zh-CN" dirty="0"/>
              <a:t> 0.6</a:t>
            </a:r>
            <a:endParaRPr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2F64C53-E08B-BD16-7C63-109E1ABAA805}"/>
              </a:ext>
            </a:extLst>
          </p:cNvPr>
          <p:cNvSpPr txBox="1"/>
          <p:nvPr/>
        </p:nvSpPr>
        <p:spPr>
          <a:xfrm>
            <a:off x="4461706" y="2018086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Oc</a:t>
            </a:r>
            <a:r>
              <a:rPr lang="en-US" altLang="zh-CN" dirty="0"/>
              <a:t> 0.7</a:t>
            </a:r>
            <a:endParaRPr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3E9D82C-97C9-88CE-0018-C267BB56D1BA}"/>
              </a:ext>
            </a:extLst>
          </p:cNvPr>
          <p:cNvSpPr txBox="1"/>
          <p:nvPr/>
        </p:nvSpPr>
        <p:spPr>
          <a:xfrm>
            <a:off x="4461704" y="3274157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Oc</a:t>
            </a:r>
            <a:r>
              <a:rPr lang="en-US" altLang="zh-CN" dirty="0"/>
              <a:t> 0.8</a:t>
            </a:r>
            <a:endParaRPr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DF166BC-7F9F-FBF8-99F1-A2A356F8598F}"/>
              </a:ext>
            </a:extLst>
          </p:cNvPr>
          <p:cNvSpPr txBox="1"/>
          <p:nvPr/>
        </p:nvSpPr>
        <p:spPr>
          <a:xfrm>
            <a:off x="4461703" y="4554070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Oc</a:t>
            </a:r>
            <a:r>
              <a:rPr lang="en-US" altLang="zh-CN" dirty="0"/>
              <a:t> 0.9</a:t>
            </a:r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55B6DA9A-0CD1-3384-D13C-5B3F84819CAF}"/>
              </a:ext>
            </a:extLst>
          </p:cNvPr>
          <p:cNvSpPr txBox="1"/>
          <p:nvPr/>
        </p:nvSpPr>
        <p:spPr>
          <a:xfrm>
            <a:off x="4461705" y="5770720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Oc</a:t>
            </a:r>
            <a:r>
              <a:rPr lang="en-US" altLang="zh-CN" dirty="0"/>
              <a:t> 1.0</a:t>
            </a:r>
            <a:endParaRPr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DB9BCA9-9B3B-98E1-DC66-7343521CC1B6}"/>
              </a:ext>
            </a:extLst>
          </p:cNvPr>
          <p:cNvSpPr txBox="1"/>
          <p:nvPr/>
        </p:nvSpPr>
        <p:spPr>
          <a:xfrm>
            <a:off x="746121" y="47271"/>
            <a:ext cx="837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Dw</a:t>
            </a:r>
            <a:r>
              <a:rPr lang="en-US" altLang="zh-CN" dirty="0"/>
              <a:t> 0.6</a:t>
            </a:r>
            <a:endParaRPr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0FC0A0E-7A34-8D47-84F0-23FBB75B42E0}"/>
              </a:ext>
            </a:extLst>
          </p:cNvPr>
          <p:cNvSpPr txBox="1"/>
          <p:nvPr/>
        </p:nvSpPr>
        <p:spPr>
          <a:xfrm>
            <a:off x="2137520" y="37746"/>
            <a:ext cx="837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Dw</a:t>
            </a:r>
            <a:r>
              <a:rPr lang="en-US" altLang="zh-CN" dirty="0"/>
              <a:t> 0.9</a:t>
            </a:r>
            <a:endParaRPr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814AFF17-61A7-CBBC-DC30-8C52FFE5D270}"/>
              </a:ext>
            </a:extLst>
          </p:cNvPr>
          <p:cNvSpPr txBox="1"/>
          <p:nvPr/>
        </p:nvSpPr>
        <p:spPr>
          <a:xfrm>
            <a:off x="3508804" y="47271"/>
            <a:ext cx="837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Dw</a:t>
            </a:r>
            <a:r>
              <a:rPr lang="en-US" altLang="zh-CN" dirty="0"/>
              <a:t> 1.2</a:t>
            </a:r>
            <a:endParaRPr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C0B3B4E-D567-DC58-98DC-ABC7C7BD60C8}"/>
              </a:ext>
            </a:extLst>
          </p:cNvPr>
          <p:cNvSpPr txBox="1"/>
          <p:nvPr/>
        </p:nvSpPr>
        <p:spPr>
          <a:xfrm>
            <a:off x="5407243" y="56796"/>
            <a:ext cx="837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Dw</a:t>
            </a:r>
            <a:r>
              <a:rPr lang="en-US" altLang="zh-CN" dirty="0"/>
              <a:t> 0.6</a:t>
            </a:r>
            <a:endParaRPr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DFDDBF0-A67B-C897-A3BE-06F7596E58EE}"/>
              </a:ext>
            </a:extLst>
          </p:cNvPr>
          <p:cNvSpPr txBox="1"/>
          <p:nvPr/>
        </p:nvSpPr>
        <p:spPr>
          <a:xfrm>
            <a:off x="6798642" y="47271"/>
            <a:ext cx="837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Dw</a:t>
            </a:r>
            <a:r>
              <a:rPr lang="en-US" altLang="zh-CN" dirty="0"/>
              <a:t> 0.9</a:t>
            </a:r>
            <a:endParaRPr lang="zh-CN" altLang="en-US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A9EDFC15-BE64-1E12-D4DC-6F840DA9F6A5}"/>
              </a:ext>
            </a:extLst>
          </p:cNvPr>
          <p:cNvSpPr txBox="1"/>
          <p:nvPr/>
        </p:nvSpPr>
        <p:spPr>
          <a:xfrm>
            <a:off x="8169926" y="56796"/>
            <a:ext cx="837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Dw</a:t>
            </a:r>
            <a:r>
              <a:rPr lang="en-US" altLang="zh-CN" dirty="0"/>
              <a:t> 1.2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32</Words>
  <Application>Microsoft Office PowerPoint</Application>
  <PresentationFormat>全屏显示(4:3)</PresentationFormat>
  <Paragraphs>16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yale chen</cp:lastModifiedBy>
  <cp:revision>2</cp:revision>
  <dcterms:created xsi:type="dcterms:W3CDTF">2013-01-27T09:14:16Z</dcterms:created>
  <dcterms:modified xsi:type="dcterms:W3CDTF">2024-09-25T08:43:29Z</dcterms:modified>
  <cp:category/>
</cp:coreProperties>
</file>