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Relationship Id="rId41" Type="http://schemas.openxmlformats.org/officeDocument/2006/relationships/image" Target="../media/image40.jpg"/><Relationship Id="rId42" Type="http://schemas.openxmlformats.org/officeDocument/2006/relationships/image" Target="../media/image41.jpg"/><Relationship Id="rId43" Type="http://schemas.openxmlformats.org/officeDocument/2006/relationships/image" Target="../media/image42.jpg"/><Relationship Id="rId44" Type="http://schemas.openxmlformats.org/officeDocument/2006/relationships/image" Target="../media/image43.jpg"/><Relationship Id="rId45" Type="http://schemas.openxmlformats.org/officeDocument/2006/relationships/image" Target="../media/image44.jpg"/><Relationship Id="rId46" Type="http://schemas.openxmlformats.org/officeDocument/2006/relationships/image" Target="../media/image45.jpg"/><Relationship Id="rId47" Type="http://schemas.openxmlformats.org/officeDocument/2006/relationships/image" Target="../media/image46.jpg"/><Relationship Id="rId48" Type="http://schemas.openxmlformats.org/officeDocument/2006/relationships/image" Target="../media/image47.jpg"/><Relationship Id="rId49" Type="http://schemas.openxmlformats.org/officeDocument/2006/relationships/image" Target="../media/image48.jpg"/><Relationship Id="rId50" Type="http://schemas.openxmlformats.org/officeDocument/2006/relationships/image" Target="../media/image49.jpg"/><Relationship Id="rId51" Type="http://schemas.openxmlformats.org/officeDocument/2006/relationships/image" Target="../media/image50.jpg"/><Relationship Id="rId52" Type="http://schemas.openxmlformats.org/officeDocument/2006/relationships/image" Target="../media/image51.jpg"/><Relationship Id="rId53" Type="http://schemas.openxmlformats.org/officeDocument/2006/relationships/image" Target="../media/image52.jpg"/><Relationship Id="rId54" Type="http://schemas.openxmlformats.org/officeDocument/2006/relationships/image" Target="../media/image53.jpg"/><Relationship Id="rId55" Type="http://schemas.openxmlformats.org/officeDocument/2006/relationships/image" Target="../media/image54.jpg"/><Relationship Id="rId56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TO_output_01_sl_032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1971" cy="311971"/>
          </a:xfrm>
          <a:prstGeom prst="rect">
            <a:avLst/>
          </a:prstGeom>
        </p:spPr>
      </p:pic>
      <p:pic>
        <p:nvPicPr>
          <p:cNvPr id="4" name="Picture 3" descr="STO_output_02_sl_032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1" y="0"/>
            <a:ext cx="311971" cy="311971"/>
          </a:xfrm>
          <a:prstGeom prst="rect">
            <a:avLst/>
          </a:prstGeom>
        </p:spPr>
      </p:pic>
      <p:pic>
        <p:nvPicPr>
          <p:cNvPr id="5" name="Picture 4" descr="STO_output_03_sl_032_m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23" y="0"/>
            <a:ext cx="311971" cy="311971"/>
          </a:xfrm>
          <a:prstGeom prst="rect">
            <a:avLst/>
          </a:prstGeom>
        </p:spPr>
      </p:pic>
      <p:pic>
        <p:nvPicPr>
          <p:cNvPr id="6" name="Picture 5" descr="STO_output_04_sl_032_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235" y="0"/>
            <a:ext cx="311971" cy="311971"/>
          </a:xfrm>
          <a:prstGeom prst="rect">
            <a:avLst/>
          </a:prstGeom>
        </p:spPr>
      </p:pic>
      <p:pic>
        <p:nvPicPr>
          <p:cNvPr id="7" name="Picture 6" descr="STO_output_05_sl_032_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3647" y="0"/>
            <a:ext cx="311971" cy="311971"/>
          </a:xfrm>
          <a:prstGeom prst="rect">
            <a:avLst/>
          </a:prstGeom>
        </p:spPr>
      </p:pic>
      <p:pic>
        <p:nvPicPr>
          <p:cNvPr id="8" name="Picture 7" descr="STO_output_06_sl_032_m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7058" y="0"/>
            <a:ext cx="311971" cy="311971"/>
          </a:xfrm>
          <a:prstGeom prst="rect">
            <a:avLst/>
          </a:prstGeom>
        </p:spPr>
      </p:pic>
      <p:pic>
        <p:nvPicPr>
          <p:cNvPr id="9" name="Picture 8" descr="STO_output_07_sl_032_ma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0470" y="0"/>
            <a:ext cx="311971" cy="311971"/>
          </a:xfrm>
          <a:prstGeom prst="rect">
            <a:avLst/>
          </a:prstGeom>
        </p:spPr>
      </p:pic>
      <p:pic>
        <p:nvPicPr>
          <p:cNvPr id="10" name="Picture 9" descr="STO_output_08_sl_032_m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3882" y="0"/>
            <a:ext cx="311971" cy="311971"/>
          </a:xfrm>
          <a:prstGeom prst="rect">
            <a:avLst/>
          </a:prstGeom>
        </p:spPr>
      </p:pic>
      <p:pic>
        <p:nvPicPr>
          <p:cNvPr id="11" name="Picture 10" descr="STO_output_09_sl_032_map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7294" y="0"/>
            <a:ext cx="311971" cy="311971"/>
          </a:xfrm>
          <a:prstGeom prst="rect">
            <a:avLst/>
          </a:prstGeom>
        </p:spPr>
      </p:pic>
      <p:pic>
        <p:nvPicPr>
          <p:cNvPr id="12" name="Picture 11" descr="STO_output_10_sl_032_ma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30705" y="0"/>
            <a:ext cx="311971" cy="311971"/>
          </a:xfrm>
          <a:prstGeom prst="rect">
            <a:avLst/>
          </a:prstGeom>
        </p:spPr>
      </p:pic>
      <p:pic>
        <p:nvPicPr>
          <p:cNvPr id="13" name="Picture 12" descr="STO_output_11_sl_032_map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34117" y="0"/>
            <a:ext cx="311971" cy="311971"/>
          </a:xfrm>
          <a:prstGeom prst="rect">
            <a:avLst/>
          </a:prstGeom>
        </p:spPr>
      </p:pic>
      <p:pic>
        <p:nvPicPr>
          <p:cNvPr id="14" name="Picture 13" descr="STO_output_12_sl_032_map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7529" y="0"/>
            <a:ext cx="311971" cy="311971"/>
          </a:xfrm>
          <a:prstGeom prst="rect">
            <a:avLst/>
          </a:prstGeom>
        </p:spPr>
      </p:pic>
      <p:pic>
        <p:nvPicPr>
          <p:cNvPr id="15" name="Picture 14" descr="STO_output_13_sl_032_map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0941" y="0"/>
            <a:ext cx="311971" cy="311971"/>
          </a:xfrm>
          <a:prstGeom prst="rect">
            <a:avLst/>
          </a:prstGeom>
        </p:spPr>
      </p:pic>
      <p:pic>
        <p:nvPicPr>
          <p:cNvPr id="16" name="Picture 15" descr="STO_output_14_sl_032_map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44352" y="0"/>
            <a:ext cx="311971" cy="311971"/>
          </a:xfrm>
          <a:prstGeom prst="rect">
            <a:avLst/>
          </a:prstGeom>
        </p:spPr>
      </p:pic>
      <p:pic>
        <p:nvPicPr>
          <p:cNvPr id="17" name="Picture 16" descr="STO_output_15_sl_032_map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47764" y="0"/>
            <a:ext cx="311971" cy="311971"/>
          </a:xfrm>
          <a:prstGeom prst="rect">
            <a:avLst/>
          </a:prstGeom>
        </p:spPr>
      </p:pic>
      <p:pic>
        <p:nvPicPr>
          <p:cNvPr id="18" name="Picture 17" descr="STO_output_16_sl_032_map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51176" y="0"/>
            <a:ext cx="311971" cy="311971"/>
          </a:xfrm>
          <a:prstGeom prst="rect">
            <a:avLst/>
          </a:prstGeom>
        </p:spPr>
      </p:pic>
      <p:pic>
        <p:nvPicPr>
          <p:cNvPr id="19" name="Picture 18" descr="STO_output_17_sl_032_map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4588" y="0"/>
            <a:ext cx="311971" cy="311971"/>
          </a:xfrm>
          <a:prstGeom prst="rect">
            <a:avLst/>
          </a:prstGeom>
        </p:spPr>
      </p:pic>
      <p:pic>
        <p:nvPicPr>
          <p:cNvPr id="20" name="Picture 19" descr="STO_output_18_sl_032_map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0" y="0"/>
            <a:ext cx="311971" cy="311971"/>
          </a:xfrm>
          <a:prstGeom prst="rect">
            <a:avLst/>
          </a:prstGeom>
        </p:spPr>
      </p:pic>
      <p:pic>
        <p:nvPicPr>
          <p:cNvPr id="21" name="Picture 20" descr="STO_output_19_sl_032_map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61411" y="0"/>
            <a:ext cx="311971" cy="311971"/>
          </a:xfrm>
          <a:prstGeom prst="rect">
            <a:avLst/>
          </a:prstGeom>
        </p:spPr>
      </p:pic>
      <p:pic>
        <p:nvPicPr>
          <p:cNvPr id="22" name="Picture 21" descr="STO_output_20_sl_032_map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403411"/>
            <a:ext cx="311971" cy="311971"/>
          </a:xfrm>
          <a:prstGeom prst="rect">
            <a:avLst/>
          </a:prstGeom>
        </p:spPr>
      </p:pic>
      <p:pic>
        <p:nvPicPr>
          <p:cNvPr id="23" name="Picture 22" descr="STO_output_21_sl_032_map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3411" y="403411"/>
            <a:ext cx="311971" cy="311971"/>
          </a:xfrm>
          <a:prstGeom prst="rect">
            <a:avLst/>
          </a:prstGeom>
        </p:spPr>
      </p:pic>
      <p:pic>
        <p:nvPicPr>
          <p:cNvPr id="24" name="Picture 23" descr="STO_output_22_sl_032_map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6823" y="403411"/>
            <a:ext cx="311971" cy="311971"/>
          </a:xfrm>
          <a:prstGeom prst="rect">
            <a:avLst/>
          </a:prstGeom>
        </p:spPr>
      </p:pic>
      <p:pic>
        <p:nvPicPr>
          <p:cNvPr id="25" name="Picture 24" descr="STO_output_23_sl_032_map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10235" y="403411"/>
            <a:ext cx="311971" cy="311971"/>
          </a:xfrm>
          <a:prstGeom prst="rect">
            <a:avLst/>
          </a:prstGeom>
        </p:spPr>
      </p:pic>
      <p:pic>
        <p:nvPicPr>
          <p:cNvPr id="26" name="Picture 25" descr="STO_output_24_sl_032_map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13647" y="403411"/>
            <a:ext cx="311971" cy="311971"/>
          </a:xfrm>
          <a:prstGeom prst="rect">
            <a:avLst/>
          </a:prstGeom>
        </p:spPr>
      </p:pic>
      <p:pic>
        <p:nvPicPr>
          <p:cNvPr id="27" name="Picture 26" descr="STO_output_25_sl_032_map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017058" y="403411"/>
            <a:ext cx="311971" cy="311971"/>
          </a:xfrm>
          <a:prstGeom prst="rect">
            <a:avLst/>
          </a:prstGeom>
        </p:spPr>
      </p:pic>
      <p:pic>
        <p:nvPicPr>
          <p:cNvPr id="28" name="Picture 27" descr="STO_output_26_sl_032_map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20470" y="403411"/>
            <a:ext cx="311971" cy="311971"/>
          </a:xfrm>
          <a:prstGeom prst="rect">
            <a:avLst/>
          </a:prstGeom>
        </p:spPr>
      </p:pic>
      <p:pic>
        <p:nvPicPr>
          <p:cNvPr id="29" name="Picture 28" descr="STO_output_27_sl_032_map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23882" y="403411"/>
            <a:ext cx="311971" cy="311971"/>
          </a:xfrm>
          <a:prstGeom prst="rect">
            <a:avLst/>
          </a:prstGeom>
        </p:spPr>
      </p:pic>
      <p:pic>
        <p:nvPicPr>
          <p:cNvPr id="30" name="Picture 29" descr="STO_output_28_sl_032_map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27294" y="403411"/>
            <a:ext cx="311971" cy="311971"/>
          </a:xfrm>
          <a:prstGeom prst="rect">
            <a:avLst/>
          </a:prstGeom>
        </p:spPr>
      </p:pic>
      <p:pic>
        <p:nvPicPr>
          <p:cNvPr id="31" name="Picture 30" descr="STO_output_29_sl_032_map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30705" y="403411"/>
            <a:ext cx="311971" cy="311971"/>
          </a:xfrm>
          <a:prstGeom prst="rect">
            <a:avLst/>
          </a:prstGeom>
        </p:spPr>
      </p:pic>
      <p:pic>
        <p:nvPicPr>
          <p:cNvPr id="32" name="Picture 31" descr="STO_output_30_sl_032_map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34117" y="403411"/>
            <a:ext cx="311971" cy="311971"/>
          </a:xfrm>
          <a:prstGeom prst="rect">
            <a:avLst/>
          </a:prstGeom>
        </p:spPr>
      </p:pic>
      <p:pic>
        <p:nvPicPr>
          <p:cNvPr id="33" name="Picture 32" descr="STO_output_31_sl_032_map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437529" y="403411"/>
            <a:ext cx="311971" cy="311971"/>
          </a:xfrm>
          <a:prstGeom prst="rect">
            <a:avLst/>
          </a:prstGeom>
        </p:spPr>
      </p:pic>
      <p:pic>
        <p:nvPicPr>
          <p:cNvPr id="34" name="Picture 33" descr="STO_output_32_sl_032_map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840941" y="403411"/>
            <a:ext cx="311971" cy="311971"/>
          </a:xfrm>
          <a:prstGeom prst="rect">
            <a:avLst/>
          </a:prstGeom>
        </p:spPr>
      </p:pic>
      <p:pic>
        <p:nvPicPr>
          <p:cNvPr id="35" name="Picture 34" descr="STO_output_33_sl_032_map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244352" y="403411"/>
            <a:ext cx="311971" cy="311971"/>
          </a:xfrm>
          <a:prstGeom prst="rect">
            <a:avLst/>
          </a:prstGeom>
        </p:spPr>
      </p:pic>
      <p:pic>
        <p:nvPicPr>
          <p:cNvPr id="36" name="Picture 35" descr="STO_output_34_sl_032_map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647764" y="403411"/>
            <a:ext cx="311971" cy="311971"/>
          </a:xfrm>
          <a:prstGeom prst="rect">
            <a:avLst/>
          </a:prstGeom>
        </p:spPr>
      </p:pic>
      <p:pic>
        <p:nvPicPr>
          <p:cNvPr id="37" name="Picture 36" descr="STO_output_35_sl_032_map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051176" y="403411"/>
            <a:ext cx="311971" cy="311971"/>
          </a:xfrm>
          <a:prstGeom prst="rect">
            <a:avLst/>
          </a:prstGeom>
        </p:spPr>
      </p:pic>
      <p:pic>
        <p:nvPicPr>
          <p:cNvPr id="38" name="Picture 37" descr="STO_output_36_sl_032_map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54588" y="403411"/>
            <a:ext cx="311971" cy="311971"/>
          </a:xfrm>
          <a:prstGeom prst="rect">
            <a:avLst/>
          </a:prstGeom>
        </p:spPr>
      </p:pic>
      <p:pic>
        <p:nvPicPr>
          <p:cNvPr id="39" name="Picture 38" descr="STO_output_37_sl_032_map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858000" y="403411"/>
            <a:ext cx="311971" cy="311971"/>
          </a:xfrm>
          <a:prstGeom prst="rect">
            <a:avLst/>
          </a:prstGeom>
        </p:spPr>
      </p:pic>
      <p:pic>
        <p:nvPicPr>
          <p:cNvPr id="40" name="Picture 39" descr="STO_output_38_sl_032_map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61411" y="403411"/>
            <a:ext cx="311971" cy="311971"/>
          </a:xfrm>
          <a:prstGeom prst="rect">
            <a:avLst/>
          </a:prstGeom>
        </p:spPr>
      </p:pic>
      <p:pic>
        <p:nvPicPr>
          <p:cNvPr id="41" name="Picture 40" descr="STO_output_39_sl_032_map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806823"/>
            <a:ext cx="311971" cy="311971"/>
          </a:xfrm>
          <a:prstGeom prst="rect">
            <a:avLst/>
          </a:prstGeom>
        </p:spPr>
      </p:pic>
      <p:pic>
        <p:nvPicPr>
          <p:cNvPr id="42" name="Picture 41" descr="STO_output_40_sl_032_map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03411" y="806823"/>
            <a:ext cx="311971" cy="311971"/>
          </a:xfrm>
          <a:prstGeom prst="rect">
            <a:avLst/>
          </a:prstGeom>
        </p:spPr>
      </p:pic>
      <p:pic>
        <p:nvPicPr>
          <p:cNvPr id="43" name="Picture 42" descr="STO_output_41_sl_032_map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06823" y="806823"/>
            <a:ext cx="311971" cy="311971"/>
          </a:xfrm>
          <a:prstGeom prst="rect">
            <a:avLst/>
          </a:prstGeom>
        </p:spPr>
      </p:pic>
      <p:pic>
        <p:nvPicPr>
          <p:cNvPr id="44" name="Picture 43" descr="STO_output_42_sl_032_map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210235" y="806823"/>
            <a:ext cx="311971" cy="311971"/>
          </a:xfrm>
          <a:prstGeom prst="rect">
            <a:avLst/>
          </a:prstGeom>
        </p:spPr>
      </p:pic>
      <p:pic>
        <p:nvPicPr>
          <p:cNvPr id="45" name="Picture 44" descr="STO_output_43_sl_032_map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613647" y="806823"/>
            <a:ext cx="311971" cy="311971"/>
          </a:xfrm>
          <a:prstGeom prst="rect">
            <a:avLst/>
          </a:prstGeom>
        </p:spPr>
      </p:pic>
      <p:pic>
        <p:nvPicPr>
          <p:cNvPr id="46" name="Picture 45" descr="STO_output_44_sl_032_map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017058" y="806823"/>
            <a:ext cx="311971" cy="311971"/>
          </a:xfrm>
          <a:prstGeom prst="rect">
            <a:avLst/>
          </a:prstGeom>
        </p:spPr>
      </p:pic>
      <p:pic>
        <p:nvPicPr>
          <p:cNvPr id="47" name="Picture 46" descr="STO_output_45_sl_032_map.jp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420470" y="806823"/>
            <a:ext cx="311971" cy="311971"/>
          </a:xfrm>
          <a:prstGeom prst="rect">
            <a:avLst/>
          </a:prstGeom>
        </p:spPr>
      </p:pic>
      <p:pic>
        <p:nvPicPr>
          <p:cNvPr id="48" name="Picture 47" descr="STO_output_46_sl_032_map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823882" y="806823"/>
            <a:ext cx="311971" cy="311971"/>
          </a:xfrm>
          <a:prstGeom prst="rect">
            <a:avLst/>
          </a:prstGeom>
        </p:spPr>
      </p:pic>
      <p:pic>
        <p:nvPicPr>
          <p:cNvPr id="49" name="Picture 48" descr="STO_output_47_sl_032_map.jp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227294" y="806823"/>
            <a:ext cx="311971" cy="311971"/>
          </a:xfrm>
          <a:prstGeom prst="rect">
            <a:avLst/>
          </a:prstGeom>
        </p:spPr>
      </p:pic>
      <p:pic>
        <p:nvPicPr>
          <p:cNvPr id="50" name="Picture 49" descr="STO_output_48_sl_032_map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630705" y="806823"/>
            <a:ext cx="311971" cy="311971"/>
          </a:xfrm>
          <a:prstGeom prst="rect">
            <a:avLst/>
          </a:prstGeom>
        </p:spPr>
      </p:pic>
      <p:pic>
        <p:nvPicPr>
          <p:cNvPr id="51" name="Picture 50" descr="STO_output_49_sl_032_map.jp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034117" y="806823"/>
            <a:ext cx="311971" cy="311971"/>
          </a:xfrm>
          <a:prstGeom prst="rect">
            <a:avLst/>
          </a:prstGeom>
        </p:spPr>
      </p:pic>
      <p:pic>
        <p:nvPicPr>
          <p:cNvPr id="52" name="Picture 51" descr="STO_output_50_sl_032_map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437529" y="806823"/>
            <a:ext cx="311971" cy="311971"/>
          </a:xfrm>
          <a:prstGeom prst="rect">
            <a:avLst/>
          </a:prstGeom>
        </p:spPr>
      </p:pic>
      <p:pic>
        <p:nvPicPr>
          <p:cNvPr id="53" name="Picture 52" descr="STO_output_51_sl_032_map.jp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840941" y="806823"/>
            <a:ext cx="311971" cy="311971"/>
          </a:xfrm>
          <a:prstGeom prst="rect">
            <a:avLst/>
          </a:prstGeom>
        </p:spPr>
      </p:pic>
      <p:pic>
        <p:nvPicPr>
          <p:cNvPr id="54" name="Picture 53" descr="STO_output_52_sl_032_map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244352" y="806823"/>
            <a:ext cx="311971" cy="311971"/>
          </a:xfrm>
          <a:prstGeom prst="rect">
            <a:avLst/>
          </a:prstGeom>
        </p:spPr>
      </p:pic>
      <p:pic>
        <p:nvPicPr>
          <p:cNvPr id="55" name="Picture 54" descr="STO_output_53_sl_032_map.jp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647764" y="806823"/>
            <a:ext cx="311971" cy="311971"/>
          </a:xfrm>
          <a:prstGeom prst="rect">
            <a:avLst/>
          </a:prstGeom>
        </p:spPr>
      </p:pic>
      <p:pic>
        <p:nvPicPr>
          <p:cNvPr id="56" name="Picture 55" descr="STO_output_54_sl_032_map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051176" y="806823"/>
            <a:ext cx="311971" cy="311971"/>
          </a:xfrm>
          <a:prstGeom prst="rect">
            <a:avLst/>
          </a:prstGeom>
        </p:spPr>
      </p:pic>
      <p:pic>
        <p:nvPicPr>
          <p:cNvPr id="57" name="Picture 56" descr="STO_output_55_sl_032_map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454588" y="806823"/>
            <a:ext cx="311971" cy="311971"/>
          </a:xfrm>
          <a:prstGeom prst="rect">
            <a:avLst/>
          </a:prstGeom>
        </p:spPr>
      </p:pic>
      <p:pic>
        <p:nvPicPr>
          <p:cNvPr id="58" name="Picture 57" descr="STO_output_55_sl_032_map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58000" y="806823"/>
            <a:ext cx="311971" cy="311971"/>
          </a:xfrm>
          <a:prstGeom prst="rect">
            <a:avLst/>
          </a:prstGeom>
        </p:spPr>
      </p:pic>
      <p:pic>
        <p:nvPicPr>
          <p:cNvPr id="59" name="Picture 58" descr="STO_output_55_sl_032_map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261411" y="806823"/>
            <a:ext cx="311971" cy="3119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