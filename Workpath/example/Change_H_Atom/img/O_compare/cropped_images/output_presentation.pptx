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9" Type="http://schemas.openxmlformats.org/officeDocument/2006/relationships/image" Target="../media/image38.jpg"/><Relationship Id="rId21" Type="http://schemas.openxmlformats.org/officeDocument/2006/relationships/image" Target="../media/image20.jpg"/><Relationship Id="rId34" Type="http://schemas.openxmlformats.org/officeDocument/2006/relationships/image" Target="../media/image33.jpg"/><Relationship Id="rId42" Type="http://schemas.openxmlformats.org/officeDocument/2006/relationships/image" Target="../media/image41.jpg"/><Relationship Id="rId47" Type="http://schemas.openxmlformats.org/officeDocument/2006/relationships/image" Target="../media/image46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33" Type="http://schemas.openxmlformats.org/officeDocument/2006/relationships/image" Target="../media/image32.jpg"/><Relationship Id="rId38" Type="http://schemas.openxmlformats.org/officeDocument/2006/relationships/image" Target="../media/image37.jpg"/><Relationship Id="rId46" Type="http://schemas.openxmlformats.org/officeDocument/2006/relationships/image" Target="../media/image45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29" Type="http://schemas.openxmlformats.org/officeDocument/2006/relationships/image" Target="../media/image28.jpg"/><Relationship Id="rId41" Type="http://schemas.openxmlformats.org/officeDocument/2006/relationships/image" Target="../media/image40.jpg"/><Relationship Id="rId54" Type="http://schemas.openxmlformats.org/officeDocument/2006/relationships/image" Target="../media/image5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32" Type="http://schemas.openxmlformats.org/officeDocument/2006/relationships/image" Target="../media/image31.jpg"/><Relationship Id="rId37" Type="http://schemas.openxmlformats.org/officeDocument/2006/relationships/image" Target="../media/image36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53" Type="http://schemas.openxmlformats.org/officeDocument/2006/relationships/image" Target="../media/image52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36" Type="http://schemas.openxmlformats.org/officeDocument/2006/relationships/image" Target="../media/image35.jpg"/><Relationship Id="rId49" Type="http://schemas.openxmlformats.org/officeDocument/2006/relationships/image" Target="../media/image48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31" Type="http://schemas.openxmlformats.org/officeDocument/2006/relationships/image" Target="../media/image30.jpg"/><Relationship Id="rId44" Type="http://schemas.openxmlformats.org/officeDocument/2006/relationships/image" Target="../media/image43.jpg"/><Relationship Id="rId52" Type="http://schemas.openxmlformats.org/officeDocument/2006/relationships/image" Target="../media/image51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43" Type="http://schemas.openxmlformats.org/officeDocument/2006/relationships/image" Target="../media/image42.jpg"/><Relationship Id="rId48" Type="http://schemas.openxmlformats.org/officeDocument/2006/relationships/image" Target="../media/image47.jpg"/><Relationship Id="rId56" Type="http://schemas.openxmlformats.org/officeDocument/2006/relationships/image" Target="../media/image55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O_output_01_sl_032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46" y="3"/>
            <a:ext cx="648000" cy="648000"/>
          </a:xfrm>
          <a:prstGeom prst="rect">
            <a:avLst/>
          </a:prstGeom>
        </p:spPr>
      </p:pic>
      <p:pic>
        <p:nvPicPr>
          <p:cNvPr id="4" name="Picture 3" descr="STO_output_02_sl_032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93" y="3"/>
            <a:ext cx="648000" cy="648000"/>
          </a:xfrm>
          <a:prstGeom prst="rect">
            <a:avLst/>
          </a:prstGeom>
        </p:spPr>
      </p:pic>
      <p:pic>
        <p:nvPicPr>
          <p:cNvPr id="5" name="Picture 4" descr="STO_output_03_sl_032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840" y="1"/>
            <a:ext cx="648000" cy="648000"/>
          </a:xfrm>
          <a:prstGeom prst="rect">
            <a:avLst/>
          </a:prstGeom>
        </p:spPr>
      </p:pic>
      <p:pic>
        <p:nvPicPr>
          <p:cNvPr id="6" name="Picture 5" descr="STO_output_04_sl_032_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6" y="777984"/>
            <a:ext cx="648000" cy="648000"/>
          </a:xfrm>
          <a:prstGeom prst="rect">
            <a:avLst/>
          </a:prstGeom>
        </p:spPr>
      </p:pic>
      <p:pic>
        <p:nvPicPr>
          <p:cNvPr id="7" name="Picture 6" descr="STO_output_05_sl_032_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893" y="777984"/>
            <a:ext cx="648000" cy="648000"/>
          </a:xfrm>
          <a:prstGeom prst="rect">
            <a:avLst/>
          </a:prstGeom>
        </p:spPr>
      </p:pic>
      <p:pic>
        <p:nvPicPr>
          <p:cNvPr id="8" name="Picture 7" descr="STO_output_06_sl_032_m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840" y="778559"/>
            <a:ext cx="648000" cy="648000"/>
          </a:xfrm>
          <a:prstGeom prst="rect">
            <a:avLst/>
          </a:prstGeom>
        </p:spPr>
      </p:pic>
      <p:pic>
        <p:nvPicPr>
          <p:cNvPr id="9" name="Picture 8" descr="STO_output_07_sl_032_ma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946" y="1555965"/>
            <a:ext cx="648000" cy="648000"/>
          </a:xfrm>
          <a:prstGeom prst="rect">
            <a:avLst/>
          </a:prstGeom>
        </p:spPr>
      </p:pic>
      <p:pic>
        <p:nvPicPr>
          <p:cNvPr id="10" name="Picture 9" descr="STO_output_08_sl_032_m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893" y="1555965"/>
            <a:ext cx="648000" cy="648000"/>
          </a:xfrm>
          <a:prstGeom prst="rect">
            <a:avLst/>
          </a:prstGeom>
        </p:spPr>
      </p:pic>
      <p:pic>
        <p:nvPicPr>
          <p:cNvPr id="11" name="Picture 10" descr="STO_output_09_sl_032_map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8840" y="1557117"/>
            <a:ext cx="648000" cy="648000"/>
          </a:xfrm>
          <a:prstGeom prst="rect">
            <a:avLst/>
          </a:prstGeom>
        </p:spPr>
      </p:pic>
      <p:pic>
        <p:nvPicPr>
          <p:cNvPr id="12" name="Picture 11" descr="STO_output_10_sl_032_ma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946" y="2333946"/>
            <a:ext cx="648000" cy="648000"/>
          </a:xfrm>
          <a:prstGeom prst="rect">
            <a:avLst/>
          </a:prstGeom>
        </p:spPr>
      </p:pic>
      <p:pic>
        <p:nvPicPr>
          <p:cNvPr id="13" name="Picture 12" descr="STO_output_11_sl_032_ma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9893" y="2333946"/>
            <a:ext cx="648000" cy="648000"/>
          </a:xfrm>
          <a:prstGeom prst="rect">
            <a:avLst/>
          </a:prstGeom>
        </p:spPr>
      </p:pic>
      <p:pic>
        <p:nvPicPr>
          <p:cNvPr id="14" name="Picture 13" descr="STO_output_12_sl_032_map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8840" y="2335675"/>
            <a:ext cx="648000" cy="648000"/>
          </a:xfrm>
          <a:prstGeom prst="rect">
            <a:avLst/>
          </a:prstGeom>
        </p:spPr>
      </p:pic>
      <p:pic>
        <p:nvPicPr>
          <p:cNvPr id="15" name="Picture 14" descr="STO_output_13_sl_032_map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946" y="3111927"/>
            <a:ext cx="648000" cy="648000"/>
          </a:xfrm>
          <a:prstGeom prst="rect">
            <a:avLst/>
          </a:prstGeom>
        </p:spPr>
      </p:pic>
      <p:pic>
        <p:nvPicPr>
          <p:cNvPr id="16" name="Picture 15" descr="STO_output_14_sl_032_map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9893" y="3111927"/>
            <a:ext cx="648000" cy="648000"/>
          </a:xfrm>
          <a:prstGeom prst="rect">
            <a:avLst/>
          </a:prstGeom>
        </p:spPr>
      </p:pic>
      <p:pic>
        <p:nvPicPr>
          <p:cNvPr id="17" name="Picture 16" descr="STO_output_15_sl_032_map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8840" y="3114233"/>
            <a:ext cx="648000" cy="648000"/>
          </a:xfrm>
          <a:prstGeom prst="rect">
            <a:avLst/>
          </a:prstGeom>
        </p:spPr>
      </p:pic>
      <p:pic>
        <p:nvPicPr>
          <p:cNvPr id="18" name="Picture 17" descr="STO_output_16_sl_032_map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0946" y="3889908"/>
            <a:ext cx="648000" cy="648000"/>
          </a:xfrm>
          <a:prstGeom prst="rect">
            <a:avLst/>
          </a:prstGeom>
        </p:spPr>
      </p:pic>
      <p:pic>
        <p:nvPicPr>
          <p:cNvPr id="19" name="Picture 18" descr="STO_output_17_sl_032_map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9893" y="3889908"/>
            <a:ext cx="648000" cy="648000"/>
          </a:xfrm>
          <a:prstGeom prst="rect">
            <a:avLst/>
          </a:prstGeom>
        </p:spPr>
      </p:pic>
      <p:pic>
        <p:nvPicPr>
          <p:cNvPr id="20" name="Picture 19" descr="STO_output_18_sl_032_map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38840" y="3892791"/>
            <a:ext cx="648000" cy="648000"/>
          </a:xfrm>
          <a:prstGeom prst="rect">
            <a:avLst/>
          </a:prstGeom>
        </p:spPr>
      </p:pic>
      <p:pic>
        <p:nvPicPr>
          <p:cNvPr id="21" name="Picture 20" descr="STO_output_19_sl_032_map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0946" y="4667889"/>
            <a:ext cx="648000" cy="648000"/>
          </a:xfrm>
          <a:prstGeom prst="rect">
            <a:avLst/>
          </a:prstGeom>
        </p:spPr>
      </p:pic>
      <p:pic>
        <p:nvPicPr>
          <p:cNvPr id="22" name="Picture 21" descr="STO_output_20_sl_032_map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69893" y="4667889"/>
            <a:ext cx="648000" cy="648000"/>
          </a:xfrm>
          <a:prstGeom prst="rect">
            <a:avLst/>
          </a:prstGeom>
        </p:spPr>
      </p:pic>
      <p:pic>
        <p:nvPicPr>
          <p:cNvPr id="23" name="Picture 22" descr="STO_output_21_sl_032_map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38840" y="4671349"/>
            <a:ext cx="648000" cy="648000"/>
          </a:xfrm>
          <a:prstGeom prst="rect">
            <a:avLst/>
          </a:prstGeom>
        </p:spPr>
      </p:pic>
      <p:pic>
        <p:nvPicPr>
          <p:cNvPr id="24" name="Picture 23" descr="STO_output_22_sl_032_map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0946" y="5445870"/>
            <a:ext cx="648000" cy="648000"/>
          </a:xfrm>
          <a:prstGeom prst="rect">
            <a:avLst/>
          </a:prstGeom>
        </p:spPr>
      </p:pic>
      <p:pic>
        <p:nvPicPr>
          <p:cNvPr id="25" name="Picture 24" descr="STO_output_23_sl_032_map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9893" y="5445870"/>
            <a:ext cx="648000" cy="648000"/>
          </a:xfrm>
          <a:prstGeom prst="rect">
            <a:avLst/>
          </a:prstGeom>
        </p:spPr>
      </p:pic>
      <p:pic>
        <p:nvPicPr>
          <p:cNvPr id="26" name="Picture 25" descr="STO_output_24_sl_032_map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38840" y="5449907"/>
            <a:ext cx="648000" cy="648000"/>
          </a:xfrm>
          <a:prstGeom prst="rect">
            <a:avLst/>
          </a:prstGeom>
        </p:spPr>
      </p:pic>
      <p:pic>
        <p:nvPicPr>
          <p:cNvPr id="27" name="Picture 26" descr="STO_output_25_sl_032_map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0946" y="6223852"/>
            <a:ext cx="648000" cy="648000"/>
          </a:xfrm>
          <a:prstGeom prst="rect">
            <a:avLst/>
          </a:prstGeom>
        </p:spPr>
      </p:pic>
      <p:pic>
        <p:nvPicPr>
          <p:cNvPr id="28" name="Picture 27" descr="STO_output_26_sl_032_map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69893" y="6223852"/>
            <a:ext cx="648000" cy="648000"/>
          </a:xfrm>
          <a:prstGeom prst="rect">
            <a:avLst/>
          </a:prstGeom>
        </p:spPr>
      </p:pic>
      <p:pic>
        <p:nvPicPr>
          <p:cNvPr id="29" name="Picture 28" descr="STO_output_27_sl_032_map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38840" y="6228467"/>
            <a:ext cx="648000" cy="648000"/>
          </a:xfrm>
          <a:prstGeom prst="rect">
            <a:avLst/>
          </a:prstGeom>
        </p:spPr>
      </p:pic>
      <p:pic>
        <p:nvPicPr>
          <p:cNvPr id="30" name="Picture 29" descr="STO_output_28_sl_032_map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90934" y="-23464"/>
            <a:ext cx="684000" cy="684000"/>
          </a:xfrm>
          <a:prstGeom prst="rect">
            <a:avLst/>
          </a:prstGeom>
        </p:spPr>
      </p:pic>
      <p:pic>
        <p:nvPicPr>
          <p:cNvPr id="31" name="Picture 30" descr="STO_output_29_sl_032_map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19280" y="-23464"/>
            <a:ext cx="684000" cy="684000"/>
          </a:xfrm>
          <a:prstGeom prst="rect">
            <a:avLst/>
          </a:prstGeom>
        </p:spPr>
      </p:pic>
      <p:pic>
        <p:nvPicPr>
          <p:cNvPr id="32" name="Picture 31" descr="STO_output_30_sl_032_map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4998" y="-1"/>
            <a:ext cx="684000" cy="684000"/>
          </a:xfrm>
          <a:prstGeom prst="rect">
            <a:avLst/>
          </a:prstGeom>
        </p:spPr>
      </p:pic>
      <p:pic>
        <p:nvPicPr>
          <p:cNvPr id="33" name="Picture 32" descr="STO_output_31_sl_032_map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90934" y="747709"/>
            <a:ext cx="684000" cy="684000"/>
          </a:xfrm>
          <a:prstGeom prst="rect">
            <a:avLst/>
          </a:prstGeom>
        </p:spPr>
      </p:pic>
      <p:pic>
        <p:nvPicPr>
          <p:cNvPr id="34" name="Picture 33" descr="STO_output_32_sl_032_map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19280" y="747085"/>
            <a:ext cx="684000" cy="684000"/>
          </a:xfrm>
          <a:prstGeom prst="rect">
            <a:avLst/>
          </a:prstGeom>
        </p:spPr>
      </p:pic>
      <p:pic>
        <p:nvPicPr>
          <p:cNvPr id="35" name="Picture 34" descr="STO_output_33_sl_032_map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34998" y="770548"/>
            <a:ext cx="684000" cy="684000"/>
          </a:xfrm>
          <a:prstGeom prst="rect">
            <a:avLst/>
          </a:prstGeom>
        </p:spPr>
      </p:pic>
      <p:pic>
        <p:nvPicPr>
          <p:cNvPr id="36" name="Picture 35" descr="STO_output_34_sl_032_map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690934" y="1518882"/>
            <a:ext cx="684000" cy="684000"/>
          </a:xfrm>
          <a:prstGeom prst="rect">
            <a:avLst/>
          </a:prstGeom>
        </p:spPr>
      </p:pic>
      <p:pic>
        <p:nvPicPr>
          <p:cNvPr id="37" name="Picture 36" descr="STO_output_35_sl_032_map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19280" y="1517634"/>
            <a:ext cx="684000" cy="684000"/>
          </a:xfrm>
          <a:prstGeom prst="rect">
            <a:avLst/>
          </a:prstGeom>
        </p:spPr>
      </p:pic>
      <p:pic>
        <p:nvPicPr>
          <p:cNvPr id="38" name="Picture 37" descr="STO_output_36_sl_032_map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34998" y="1541097"/>
            <a:ext cx="684000" cy="684000"/>
          </a:xfrm>
          <a:prstGeom prst="rect">
            <a:avLst/>
          </a:prstGeom>
        </p:spPr>
      </p:pic>
      <p:pic>
        <p:nvPicPr>
          <p:cNvPr id="39" name="Picture 38" descr="STO_output_37_sl_032_map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690934" y="2290055"/>
            <a:ext cx="684000" cy="684000"/>
          </a:xfrm>
          <a:prstGeom prst="rect">
            <a:avLst/>
          </a:prstGeom>
        </p:spPr>
      </p:pic>
      <p:pic>
        <p:nvPicPr>
          <p:cNvPr id="40" name="Picture 39" descr="STO_output_38_sl_032_map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19280" y="2288183"/>
            <a:ext cx="684000" cy="684000"/>
          </a:xfrm>
          <a:prstGeom prst="rect">
            <a:avLst/>
          </a:prstGeom>
        </p:spPr>
      </p:pic>
      <p:pic>
        <p:nvPicPr>
          <p:cNvPr id="41" name="Picture 40" descr="STO_output_39_sl_032_map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334998" y="2311646"/>
            <a:ext cx="684000" cy="684000"/>
          </a:xfrm>
          <a:prstGeom prst="rect">
            <a:avLst/>
          </a:prstGeom>
        </p:spPr>
      </p:pic>
      <p:pic>
        <p:nvPicPr>
          <p:cNvPr id="42" name="Picture 41" descr="STO_output_40_sl_032_map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690934" y="3061228"/>
            <a:ext cx="684000" cy="684000"/>
          </a:xfrm>
          <a:prstGeom prst="rect">
            <a:avLst/>
          </a:prstGeom>
        </p:spPr>
      </p:pic>
      <p:pic>
        <p:nvPicPr>
          <p:cNvPr id="43" name="Picture 42" descr="STO_output_41_sl_032_map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19280" y="3058732"/>
            <a:ext cx="684000" cy="684000"/>
          </a:xfrm>
          <a:prstGeom prst="rect">
            <a:avLst/>
          </a:prstGeom>
        </p:spPr>
      </p:pic>
      <p:pic>
        <p:nvPicPr>
          <p:cNvPr id="44" name="Picture 43" descr="STO_output_42_sl_032_map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334998" y="3082195"/>
            <a:ext cx="684000" cy="684000"/>
          </a:xfrm>
          <a:prstGeom prst="rect">
            <a:avLst/>
          </a:prstGeom>
        </p:spPr>
      </p:pic>
      <p:pic>
        <p:nvPicPr>
          <p:cNvPr id="45" name="Picture 44" descr="STO_output_43_sl_032_map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90934" y="3832401"/>
            <a:ext cx="684000" cy="684000"/>
          </a:xfrm>
          <a:prstGeom prst="rect">
            <a:avLst/>
          </a:prstGeom>
        </p:spPr>
      </p:pic>
      <p:pic>
        <p:nvPicPr>
          <p:cNvPr id="46" name="Picture 45" descr="STO_output_44_sl_032_map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19280" y="3829281"/>
            <a:ext cx="684000" cy="684000"/>
          </a:xfrm>
          <a:prstGeom prst="rect">
            <a:avLst/>
          </a:prstGeom>
        </p:spPr>
      </p:pic>
      <p:pic>
        <p:nvPicPr>
          <p:cNvPr id="47" name="Picture 46" descr="STO_output_45_sl_032_map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334998" y="3852744"/>
            <a:ext cx="684000" cy="684000"/>
          </a:xfrm>
          <a:prstGeom prst="rect">
            <a:avLst/>
          </a:prstGeom>
        </p:spPr>
      </p:pic>
      <p:pic>
        <p:nvPicPr>
          <p:cNvPr id="48" name="Picture 47" descr="STO_output_46_sl_032_map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690934" y="4603574"/>
            <a:ext cx="684000" cy="684000"/>
          </a:xfrm>
          <a:prstGeom prst="rect">
            <a:avLst/>
          </a:prstGeom>
        </p:spPr>
      </p:pic>
      <p:pic>
        <p:nvPicPr>
          <p:cNvPr id="49" name="Picture 48" descr="STO_output_47_sl_032_map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19280" y="4599830"/>
            <a:ext cx="684000" cy="684000"/>
          </a:xfrm>
          <a:prstGeom prst="rect">
            <a:avLst/>
          </a:prstGeom>
        </p:spPr>
      </p:pic>
      <p:pic>
        <p:nvPicPr>
          <p:cNvPr id="50" name="Picture 49" descr="STO_output_48_sl_032_map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334998" y="4623293"/>
            <a:ext cx="684000" cy="684000"/>
          </a:xfrm>
          <a:prstGeom prst="rect">
            <a:avLst/>
          </a:prstGeom>
        </p:spPr>
      </p:pic>
      <p:pic>
        <p:nvPicPr>
          <p:cNvPr id="51" name="Picture 50" descr="STO_output_49_sl_032_map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690934" y="5374747"/>
            <a:ext cx="684000" cy="684000"/>
          </a:xfrm>
          <a:prstGeom prst="rect">
            <a:avLst/>
          </a:prstGeom>
        </p:spPr>
      </p:pic>
      <p:pic>
        <p:nvPicPr>
          <p:cNvPr id="52" name="Picture 51" descr="STO_output_50_sl_032_map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519280" y="5370379"/>
            <a:ext cx="684000" cy="684000"/>
          </a:xfrm>
          <a:prstGeom prst="rect">
            <a:avLst/>
          </a:prstGeom>
        </p:spPr>
      </p:pic>
      <p:pic>
        <p:nvPicPr>
          <p:cNvPr id="53" name="Picture 52" descr="STO_output_51_sl_032_map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334998" y="5393842"/>
            <a:ext cx="684000" cy="684000"/>
          </a:xfrm>
          <a:prstGeom prst="rect">
            <a:avLst/>
          </a:prstGeom>
        </p:spPr>
      </p:pic>
      <p:pic>
        <p:nvPicPr>
          <p:cNvPr id="54" name="Picture 53" descr="STO_output_52_sl_032_map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690934" y="6145923"/>
            <a:ext cx="684000" cy="684000"/>
          </a:xfrm>
          <a:prstGeom prst="rect">
            <a:avLst/>
          </a:prstGeom>
        </p:spPr>
      </p:pic>
      <p:pic>
        <p:nvPicPr>
          <p:cNvPr id="55" name="Picture 54" descr="STO_output_53_sl_032_map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519280" y="6140928"/>
            <a:ext cx="684000" cy="684000"/>
          </a:xfrm>
          <a:prstGeom prst="rect">
            <a:avLst/>
          </a:prstGeom>
        </p:spPr>
      </p:pic>
      <p:pic>
        <p:nvPicPr>
          <p:cNvPr id="56" name="Picture 55" descr="STO_output_54_sl_032_map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334998" y="6164390"/>
            <a:ext cx="684000" cy="684000"/>
          </a:xfrm>
          <a:prstGeom prst="rect">
            <a:avLst/>
          </a:prstGeom>
        </p:spPr>
      </p:pic>
      <p:pic>
        <p:nvPicPr>
          <p:cNvPr id="57" name="Picture 56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823093" y="4618"/>
            <a:ext cx="684000" cy="684000"/>
          </a:xfrm>
          <a:prstGeom prst="rect">
            <a:avLst/>
          </a:prstGeom>
        </p:spPr>
      </p:pic>
      <p:pic>
        <p:nvPicPr>
          <p:cNvPr id="58" name="Picture 57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38811" y="4618"/>
            <a:ext cx="684000" cy="684000"/>
          </a:xfrm>
          <a:prstGeom prst="rect">
            <a:avLst/>
          </a:prstGeom>
        </p:spPr>
      </p:pic>
      <p:pic>
        <p:nvPicPr>
          <p:cNvPr id="59" name="Picture 58" descr="STO_output_55_sl_032_map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454529" y="3"/>
            <a:ext cx="684000" cy="684000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3629CD95-47F0-3421-9F75-C6FB7CC106ED}"/>
              </a:ext>
            </a:extLst>
          </p:cNvPr>
          <p:cNvSpPr txBox="1"/>
          <p:nvPr/>
        </p:nvSpPr>
        <p:spPr>
          <a:xfrm>
            <a:off x="-61959" y="43683"/>
            <a:ext cx="6591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0.9</a:t>
            </a:r>
            <a:endParaRPr lang="zh-CN" altLang="en-US" sz="11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CB8ED49-DF3D-42CB-A468-DEA6292EE142}"/>
              </a:ext>
            </a:extLst>
          </p:cNvPr>
          <p:cNvSpPr txBox="1"/>
          <p:nvPr/>
        </p:nvSpPr>
        <p:spPr>
          <a:xfrm>
            <a:off x="-35827" y="318536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Old  0.1</a:t>
            </a:r>
            <a:endParaRPr lang="zh-CN" altLang="en-US" sz="11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2E08D3D-4531-FA81-8E4B-BBE12F77B9EF}"/>
              </a:ext>
            </a:extLst>
          </p:cNvPr>
          <p:cNvSpPr txBox="1"/>
          <p:nvPr/>
        </p:nvSpPr>
        <p:spPr>
          <a:xfrm>
            <a:off x="-67887" y="981743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0.85</a:t>
            </a:r>
            <a:endParaRPr lang="zh-CN" altLang="en-US" sz="11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A15748F-CF71-F439-0636-DB866DE46581}"/>
              </a:ext>
            </a:extLst>
          </p:cNvPr>
          <p:cNvSpPr txBox="1"/>
          <p:nvPr/>
        </p:nvSpPr>
        <p:spPr>
          <a:xfrm>
            <a:off x="-85646" y="1755951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0.8</a:t>
            </a:r>
            <a:endParaRPr lang="zh-CN" altLang="en-US" sz="11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7F67262-C6C4-3996-7F0A-8293E9085E12}"/>
              </a:ext>
            </a:extLst>
          </p:cNvPr>
          <p:cNvSpPr txBox="1"/>
          <p:nvPr/>
        </p:nvSpPr>
        <p:spPr>
          <a:xfrm>
            <a:off x="-85646" y="2545420"/>
            <a:ext cx="4475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</a:t>
            </a:r>
          </a:p>
          <a:p>
            <a:r>
              <a:rPr lang="en-US" altLang="zh-CN" sz="1100" dirty="0"/>
              <a:t>0.75</a:t>
            </a:r>
            <a:endParaRPr lang="zh-CN" altLang="en-US" sz="11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AE6879E-FB35-D3CE-4153-565A4A359D1D}"/>
              </a:ext>
            </a:extLst>
          </p:cNvPr>
          <p:cNvSpPr txBox="1"/>
          <p:nvPr/>
        </p:nvSpPr>
        <p:spPr>
          <a:xfrm>
            <a:off x="-77551" y="3323401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0.7</a:t>
            </a:r>
            <a:endParaRPr lang="zh-CN" altLang="en-US" sz="11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B301957-86A0-EF5F-2468-6786A16BA391}"/>
              </a:ext>
            </a:extLst>
          </p:cNvPr>
          <p:cNvSpPr txBox="1"/>
          <p:nvPr/>
        </p:nvSpPr>
        <p:spPr>
          <a:xfrm>
            <a:off x="-67888" y="4083103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0.65</a:t>
            </a:r>
            <a:endParaRPr lang="zh-CN" altLang="en-US" sz="11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5BA1315-3C11-52CE-790A-D352EDB3C0A2}"/>
              </a:ext>
            </a:extLst>
          </p:cNvPr>
          <p:cNvSpPr txBox="1"/>
          <p:nvPr/>
        </p:nvSpPr>
        <p:spPr>
          <a:xfrm>
            <a:off x="-35827" y="4776445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0.6</a:t>
            </a:r>
            <a:endParaRPr lang="zh-CN" altLang="en-US" sz="11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E35A7D7-F040-3D1C-2941-36AD74E0E480}"/>
              </a:ext>
            </a:extLst>
          </p:cNvPr>
          <p:cNvSpPr txBox="1"/>
          <p:nvPr/>
        </p:nvSpPr>
        <p:spPr>
          <a:xfrm>
            <a:off x="-18053" y="5579243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0.55</a:t>
            </a:r>
            <a:endParaRPr lang="zh-CN" altLang="en-US" sz="11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A07BD19-8528-5DEE-90D0-4AAD8ACF946F}"/>
              </a:ext>
            </a:extLst>
          </p:cNvPr>
          <p:cNvSpPr txBox="1"/>
          <p:nvPr/>
        </p:nvSpPr>
        <p:spPr>
          <a:xfrm>
            <a:off x="-9515" y="6340122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0.5</a:t>
            </a:r>
            <a:endParaRPr lang="zh-CN" altLang="en-US" sz="11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02EB2DA-1335-8969-5AAC-856C30CA2C77}"/>
              </a:ext>
            </a:extLst>
          </p:cNvPr>
          <p:cNvSpPr txBox="1"/>
          <p:nvPr/>
        </p:nvSpPr>
        <p:spPr>
          <a:xfrm>
            <a:off x="3211316" y="103092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0.45</a:t>
            </a:r>
            <a:endParaRPr lang="zh-CN" altLang="en-US" sz="11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0D7D8EC-BA60-6445-0135-8E00FD59BCD7}"/>
              </a:ext>
            </a:extLst>
          </p:cNvPr>
          <p:cNvSpPr txBox="1"/>
          <p:nvPr/>
        </p:nvSpPr>
        <p:spPr>
          <a:xfrm>
            <a:off x="3211316" y="799527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0.4</a:t>
            </a:r>
            <a:endParaRPr lang="zh-CN" altLang="en-US" sz="11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8F22710-1C00-E55F-16E1-DA5D227629D4}"/>
              </a:ext>
            </a:extLst>
          </p:cNvPr>
          <p:cNvSpPr txBox="1"/>
          <p:nvPr/>
        </p:nvSpPr>
        <p:spPr>
          <a:xfrm>
            <a:off x="3211316" y="1689998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0.35</a:t>
            </a:r>
            <a:endParaRPr lang="zh-CN" altLang="en-US" sz="11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984DCE7-DCB9-0EED-B2E7-8F8A056BD0C9}"/>
              </a:ext>
            </a:extLst>
          </p:cNvPr>
          <p:cNvSpPr txBox="1"/>
          <p:nvPr/>
        </p:nvSpPr>
        <p:spPr>
          <a:xfrm>
            <a:off x="3211316" y="2438202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0.3</a:t>
            </a:r>
            <a:endParaRPr lang="zh-CN" altLang="en-US" sz="11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D45F01A-375B-AE92-872D-9170A2F68499}"/>
              </a:ext>
            </a:extLst>
          </p:cNvPr>
          <p:cNvSpPr txBox="1"/>
          <p:nvPr/>
        </p:nvSpPr>
        <p:spPr>
          <a:xfrm>
            <a:off x="3211316" y="3186406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0.25</a:t>
            </a:r>
            <a:endParaRPr lang="zh-CN" altLang="en-US" sz="11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D0B4EBD-191B-7A38-8F9F-CFEC57BCF2D8}"/>
              </a:ext>
            </a:extLst>
          </p:cNvPr>
          <p:cNvSpPr txBox="1"/>
          <p:nvPr/>
        </p:nvSpPr>
        <p:spPr>
          <a:xfrm>
            <a:off x="3211316" y="3998464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0.2</a:t>
            </a:r>
            <a:endParaRPr lang="zh-CN" altLang="en-US" sz="11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D134C7C-B635-307B-F0A1-0753DBB837A4}"/>
              </a:ext>
            </a:extLst>
          </p:cNvPr>
          <p:cNvSpPr txBox="1"/>
          <p:nvPr/>
        </p:nvSpPr>
        <p:spPr>
          <a:xfrm>
            <a:off x="3211316" y="4726386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0.15</a:t>
            </a:r>
            <a:endParaRPr lang="zh-CN" altLang="en-US" sz="11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C68F1CB-7916-B987-7DC5-B5D531C69652}"/>
              </a:ext>
            </a:extLst>
          </p:cNvPr>
          <p:cNvSpPr txBox="1"/>
          <p:nvPr/>
        </p:nvSpPr>
        <p:spPr>
          <a:xfrm>
            <a:off x="3224711" y="5496935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0.1</a:t>
            </a:r>
            <a:endParaRPr lang="zh-CN" altLang="en-US" sz="11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20766C6-6D4F-A222-B6F1-F11782160EB6}"/>
              </a:ext>
            </a:extLst>
          </p:cNvPr>
          <p:cNvSpPr txBox="1"/>
          <p:nvPr/>
        </p:nvSpPr>
        <p:spPr>
          <a:xfrm>
            <a:off x="3197002" y="6328962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0.05</a:t>
            </a:r>
            <a:endParaRPr lang="zh-CN" altLang="en-US" sz="11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EAE1243-87A2-E710-2439-FAC7364B4278}"/>
              </a:ext>
            </a:extLst>
          </p:cNvPr>
          <p:cNvSpPr txBox="1"/>
          <p:nvPr/>
        </p:nvSpPr>
        <p:spPr>
          <a:xfrm>
            <a:off x="6361772" y="103092"/>
            <a:ext cx="479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New </a:t>
            </a:r>
          </a:p>
          <a:p>
            <a:r>
              <a:rPr lang="en-US" altLang="zh-CN" sz="1100" dirty="0"/>
              <a:t>0.00</a:t>
            </a:r>
            <a:endParaRPr lang="zh-CN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40</Words>
  <Application>Microsoft Office PowerPoint</Application>
  <PresentationFormat>全屏显示(4:3)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yale chen</cp:lastModifiedBy>
  <cp:revision>2</cp:revision>
  <dcterms:created xsi:type="dcterms:W3CDTF">2013-01-27T09:14:16Z</dcterms:created>
  <dcterms:modified xsi:type="dcterms:W3CDTF">2024-09-27T02:04:13Z</dcterms:modified>
  <cp:category/>
</cp:coreProperties>
</file>