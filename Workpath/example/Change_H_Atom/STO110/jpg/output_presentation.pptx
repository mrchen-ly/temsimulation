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Relationship Id="rId47" Type="http://schemas.openxmlformats.org/officeDocument/2006/relationships/image" Target="../media/image46.jpg"/><Relationship Id="rId48" Type="http://schemas.openxmlformats.org/officeDocument/2006/relationships/image" Target="../media/image47.jpg"/><Relationship Id="rId49" Type="http://schemas.openxmlformats.org/officeDocument/2006/relationships/image" Target="../media/image48.jpg"/><Relationship Id="rId50" Type="http://schemas.openxmlformats.org/officeDocument/2006/relationships/image" Target="../media/image49.jpg"/><Relationship Id="rId51" Type="http://schemas.openxmlformats.org/officeDocument/2006/relationships/image" Target="../media/image50.jpg"/><Relationship Id="rId52" Type="http://schemas.openxmlformats.org/officeDocument/2006/relationships/image" Target="../media/image51.jpg"/><Relationship Id="rId53" Type="http://schemas.openxmlformats.org/officeDocument/2006/relationships/image" Target="../media/image52.jpg"/><Relationship Id="rId54" Type="http://schemas.openxmlformats.org/officeDocument/2006/relationships/image" Target="../media/image53.jpg"/><Relationship Id="rId55" Type="http://schemas.openxmlformats.org/officeDocument/2006/relationships/image" Target="../media/image54.jpg"/><Relationship Id="rId56" Type="http://schemas.openxmlformats.org/officeDocument/2006/relationships/image" Target="../media/image55.jpg"/><Relationship Id="rId57" Type="http://schemas.openxmlformats.org/officeDocument/2006/relationships/image" Target="../media/image56.jpg"/><Relationship Id="rId58" Type="http://schemas.openxmlformats.org/officeDocument/2006/relationships/image" Target="../media/image57.jpg"/><Relationship Id="rId59" Type="http://schemas.openxmlformats.org/officeDocument/2006/relationships/image" Target="../media/image58.jpg"/><Relationship Id="rId60" Type="http://schemas.openxmlformats.org/officeDocument/2006/relationships/image" Target="../media/image59.jpg"/><Relationship Id="rId61" Type="http://schemas.openxmlformats.org/officeDocument/2006/relationships/image" Target="../media/image6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TO_110_Output_001_sl_044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6512" cy="414102"/>
          </a:xfrm>
          <a:prstGeom prst="rect">
            <a:avLst/>
          </a:prstGeom>
        </p:spPr>
      </p:pic>
      <p:pic>
        <p:nvPicPr>
          <p:cNvPr id="4" name="Picture 3" descr="STO_110_Output_001_sl_044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286512" cy="414102"/>
          </a:xfrm>
          <a:prstGeom prst="rect">
            <a:avLst/>
          </a:prstGeom>
        </p:spPr>
      </p:pic>
      <p:pic>
        <p:nvPicPr>
          <p:cNvPr id="5" name="Picture 4" descr="STO_110_Output_003_sl_044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0"/>
            <a:ext cx="286512" cy="414102"/>
          </a:xfrm>
          <a:prstGeom prst="rect">
            <a:avLst/>
          </a:prstGeom>
        </p:spPr>
      </p:pic>
      <p:pic>
        <p:nvPicPr>
          <p:cNvPr id="6" name="Picture 5" descr="STO_110_Output_003_sl_044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0"/>
            <a:ext cx="286512" cy="414102"/>
          </a:xfrm>
          <a:prstGeom prst="rect">
            <a:avLst/>
          </a:prstGeom>
        </p:spPr>
      </p:pic>
      <p:pic>
        <p:nvPicPr>
          <p:cNvPr id="7" name="Picture 6" descr="STO_110_Output_003_sl_044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0"/>
            <a:ext cx="286512" cy="414102"/>
          </a:xfrm>
          <a:prstGeom prst="rect">
            <a:avLst/>
          </a:prstGeom>
        </p:spPr>
      </p:pic>
      <p:pic>
        <p:nvPicPr>
          <p:cNvPr id="8" name="Picture 7" descr="STO_110_Output_003_sl_044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286512" cy="414102"/>
          </a:xfrm>
          <a:prstGeom prst="rect">
            <a:avLst/>
          </a:prstGeom>
        </p:spPr>
      </p:pic>
      <p:pic>
        <p:nvPicPr>
          <p:cNvPr id="9" name="Picture 8" descr="STO_110_Output_007_sl_044_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0"/>
            <a:ext cx="286512" cy="414102"/>
          </a:xfrm>
          <a:prstGeom prst="rect">
            <a:avLst/>
          </a:prstGeom>
        </p:spPr>
      </p:pic>
      <p:pic>
        <p:nvPicPr>
          <p:cNvPr id="10" name="Picture 9" descr="STO_110_Output_007_sl_044_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0"/>
            <a:ext cx="286512" cy="414102"/>
          </a:xfrm>
          <a:prstGeom prst="rect">
            <a:avLst/>
          </a:prstGeom>
        </p:spPr>
      </p:pic>
      <p:pic>
        <p:nvPicPr>
          <p:cNvPr id="11" name="Picture 10" descr="STO_110_Output_009_sl_044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0"/>
            <a:ext cx="286512" cy="414102"/>
          </a:xfrm>
          <a:prstGeom prst="rect">
            <a:avLst/>
          </a:prstGeom>
        </p:spPr>
      </p:pic>
      <p:pic>
        <p:nvPicPr>
          <p:cNvPr id="12" name="Picture 11" descr="STO_110_Output_009_sl_044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0"/>
            <a:ext cx="286512" cy="414102"/>
          </a:xfrm>
          <a:prstGeom prst="rect">
            <a:avLst/>
          </a:prstGeom>
        </p:spPr>
      </p:pic>
      <p:pic>
        <p:nvPicPr>
          <p:cNvPr id="13" name="Picture 12" descr="STO_110_Output_009_sl_044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0"/>
            <a:ext cx="286512" cy="414102"/>
          </a:xfrm>
          <a:prstGeom prst="rect">
            <a:avLst/>
          </a:prstGeom>
        </p:spPr>
      </p:pic>
      <p:pic>
        <p:nvPicPr>
          <p:cNvPr id="14" name="Picture 13" descr="STO_110_Output_009_sl_044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0"/>
            <a:ext cx="286512" cy="414102"/>
          </a:xfrm>
          <a:prstGeom prst="rect">
            <a:avLst/>
          </a:prstGeom>
        </p:spPr>
      </p:pic>
      <p:pic>
        <p:nvPicPr>
          <p:cNvPr id="15" name="Picture 14" descr="STO_110_Output_013_sl_044_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0"/>
            <a:ext cx="286512" cy="414102"/>
          </a:xfrm>
          <a:prstGeom prst="rect">
            <a:avLst/>
          </a:prstGeom>
        </p:spPr>
      </p:pic>
      <p:pic>
        <p:nvPicPr>
          <p:cNvPr id="16" name="Picture 15" descr="STO_110_Output_013_sl_044_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0" y="0"/>
            <a:ext cx="286512" cy="414102"/>
          </a:xfrm>
          <a:prstGeom prst="rect">
            <a:avLst/>
          </a:prstGeom>
        </p:spPr>
      </p:pic>
      <p:pic>
        <p:nvPicPr>
          <p:cNvPr id="17" name="Picture 16" descr="STO_110_Output_015_sl_044_m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0"/>
            <a:ext cx="286512" cy="414102"/>
          </a:xfrm>
          <a:prstGeom prst="rect">
            <a:avLst/>
          </a:prstGeom>
        </p:spPr>
      </p:pic>
      <p:pic>
        <p:nvPicPr>
          <p:cNvPr id="18" name="Picture 17" descr="STO_110_Output_015_sl_044_m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0"/>
            <a:ext cx="286512" cy="414102"/>
          </a:xfrm>
          <a:prstGeom prst="rect">
            <a:avLst/>
          </a:prstGeom>
        </p:spPr>
      </p:pic>
      <p:pic>
        <p:nvPicPr>
          <p:cNvPr id="19" name="Picture 18" descr="STO_110_Output_015_sl_044_m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0" y="0"/>
            <a:ext cx="286512" cy="414102"/>
          </a:xfrm>
          <a:prstGeom prst="rect">
            <a:avLst/>
          </a:prstGeom>
        </p:spPr>
      </p:pic>
      <p:pic>
        <p:nvPicPr>
          <p:cNvPr id="20" name="Picture 19" descr="STO_110_Output_015_sl_044_m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600" y="0"/>
            <a:ext cx="286512" cy="414102"/>
          </a:xfrm>
          <a:prstGeom prst="rect">
            <a:avLst/>
          </a:prstGeom>
        </p:spPr>
      </p:pic>
      <p:pic>
        <p:nvPicPr>
          <p:cNvPr id="21" name="Picture 20" descr="STO_110_Output_019_sl_044_ma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0"/>
            <a:ext cx="286512" cy="414102"/>
          </a:xfrm>
          <a:prstGeom prst="rect">
            <a:avLst/>
          </a:prstGeom>
        </p:spPr>
      </p:pic>
      <p:pic>
        <p:nvPicPr>
          <p:cNvPr id="22" name="Picture 21" descr="STO_110_Output_019_sl_044_ma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0"/>
            <a:ext cx="286512" cy="414102"/>
          </a:xfrm>
          <a:prstGeom prst="rect">
            <a:avLst/>
          </a:prstGeom>
        </p:spPr>
      </p:pic>
      <p:pic>
        <p:nvPicPr>
          <p:cNvPr id="23" name="Picture 22" descr="STO_110_Output_021_sl_044_m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0"/>
            <a:ext cx="286512" cy="414102"/>
          </a:xfrm>
          <a:prstGeom prst="rect">
            <a:avLst/>
          </a:prstGeom>
        </p:spPr>
      </p:pic>
      <p:pic>
        <p:nvPicPr>
          <p:cNvPr id="24" name="Picture 23" descr="STO_110_Output_021_sl_044_m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0"/>
            <a:ext cx="286512" cy="414102"/>
          </a:xfrm>
          <a:prstGeom prst="rect">
            <a:avLst/>
          </a:prstGeom>
        </p:spPr>
      </p:pic>
      <p:pic>
        <p:nvPicPr>
          <p:cNvPr id="25" name="Picture 24" descr="STO_110_Output_021_sl_044_m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0"/>
            <a:ext cx="286512" cy="414102"/>
          </a:xfrm>
          <a:prstGeom prst="rect">
            <a:avLst/>
          </a:prstGeom>
        </p:spPr>
      </p:pic>
      <p:pic>
        <p:nvPicPr>
          <p:cNvPr id="26" name="Picture 25" descr="STO_110_Output_021_sl_044_m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0400" y="0"/>
            <a:ext cx="286512" cy="414102"/>
          </a:xfrm>
          <a:prstGeom prst="rect">
            <a:avLst/>
          </a:prstGeom>
        </p:spPr>
      </p:pic>
      <p:pic>
        <p:nvPicPr>
          <p:cNvPr id="27" name="Picture 26" descr="STO_110_Output_025_sl_044_map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0"/>
            <a:ext cx="286512" cy="414102"/>
          </a:xfrm>
          <a:prstGeom prst="rect">
            <a:avLst/>
          </a:prstGeom>
        </p:spPr>
      </p:pic>
      <p:pic>
        <p:nvPicPr>
          <p:cNvPr id="28" name="Picture 27" descr="STO_110_Output_025_sl_044_map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0" y="0"/>
            <a:ext cx="286512" cy="414102"/>
          </a:xfrm>
          <a:prstGeom prst="rect">
            <a:avLst/>
          </a:prstGeom>
        </p:spPr>
      </p:pic>
      <p:pic>
        <p:nvPicPr>
          <p:cNvPr id="29" name="Picture 28" descr="STO_110_Output_027_sl_044_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4800" y="0"/>
            <a:ext cx="286512" cy="414102"/>
          </a:xfrm>
          <a:prstGeom prst="rect">
            <a:avLst/>
          </a:prstGeom>
        </p:spPr>
      </p:pic>
      <p:pic>
        <p:nvPicPr>
          <p:cNvPr id="30" name="Picture 29" descr="STO_110_Output_027_sl_044_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0" y="0"/>
            <a:ext cx="286512" cy="414102"/>
          </a:xfrm>
          <a:prstGeom prst="rect">
            <a:avLst/>
          </a:prstGeom>
        </p:spPr>
      </p:pic>
      <p:pic>
        <p:nvPicPr>
          <p:cNvPr id="31" name="Picture 30" descr="STO_110_Output_027_sl_044_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4400" y="0"/>
            <a:ext cx="286512" cy="414102"/>
          </a:xfrm>
          <a:prstGeom prst="rect">
            <a:avLst/>
          </a:prstGeom>
        </p:spPr>
      </p:pic>
      <p:pic>
        <p:nvPicPr>
          <p:cNvPr id="32" name="Picture 31" descr="STO_110_Output_027_sl_044_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9200" y="0"/>
            <a:ext cx="286512" cy="414102"/>
          </a:xfrm>
          <a:prstGeom prst="rect">
            <a:avLst/>
          </a:prstGeom>
        </p:spPr>
      </p:pic>
      <p:pic>
        <p:nvPicPr>
          <p:cNvPr id="33" name="Picture 32" descr="STO_110_Output_031_sl_044_ma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32390"/>
            <a:ext cx="286512" cy="414102"/>
          </a:xfrm>
          <a:prstGeom prst="rect">
            <a:avLst/>
          </a:prstGeom>
        </p:spPr>
      </p:pic>
      <p:pic>
        <p:nvPicPr>
          <p:cNvPr id="34" name="Picture 33" descr="STO_110_Output_031_sl_044_ma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32390"/>
            <a:ext cx="286512" cy="414102"/>
          </a:xfrm>
          <a:prstGeom prst="rect">
            <a:avLst/>
          </a:prstGeom>
        </p:spPr>
      </p:pic>
      <p:pic>
        <p:nvPicPr>
          <p:cNvPr id="35" name="Picture 34" descr="STO_110_Output_033_sl_044_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32390"/>
            <a:ext cx="286512" cy="414102"/>
          </a:xfrm>
          <a:prstGeom prst="rect">
            <a:avLst/>
          </a:prstGeom>
        </p:spPr>
      </p:pic>
      <p:pic>
        <p:nvPicPr>
          <p:cNvPr id="36" name="Picture 35" descr="STO_110_Output_033_sl_044_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432390"/>
            <a:ext cx="286512" cy="414102"/>
          </a:xfrm>
          <a:prstGeom prst="rect">
            <a:avLst/>
          </a:prstGeom>
        </p:spPr>
      </p:pic>
      <p:pic>
        <p:nvPicPr>
          <p:cNvPr id="37" name="Picture 36" descr="STO_110_Output_033_sl_044_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9200" y="432390"/>
            <a:ext cx="286512" cy="414102"/>
          </a:xfrm>
          <a:prstGeom prst="rect">
            <a:avLst/>
          </a:prstGeom>
        </p:spPr>
      </p:pic>
      <p:pic>
        <p:nvPicPr>
          <p:cNvPr id="38" name="Picture 37" descr="STO_110_Output_033_sl_044_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432390"/>
            <a:ext cx="286512" cy="414102"/>
          </a:xfrm>
          <a:prstGeom prst="rect">
            <a:avLst/>
          </a:prstGeom>
        </p:spPr>
      </p:pic>
      <p:pic>
        <p:nvPicPr>
          <p:cNvPr id="39" name="Picture 38" descr="STO_110_Output_037_sl_044_map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8800" y="432390"/>
            <a:ext cx="286512" cy="414102"/>
          </a:xfrm>
          <a:prstGeom prst="rect">
            <a:avLst/>
          </a:prstGeom>
        </p:spPr>
      </p:pic>
      <p:pic>
        <p:nvPicPr>
          <p:cNvPr id="40" name="Picture 39" descr="STO_110_Output_037_sl_044_map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3600" y="432390"/>
            <a:ext cx="286512" cy="414102"/>
          </a:xfrm>
          <a:prstGeom prst="rect">
            <a:avLst/>
          </a:prstGeom>
        </p:spPr>
      </p:pic>
      <p:pic>
        <p:nvPicPr>
          <p:cNvPr id="41" name="Picture 40" descr="STO_110_Output_039_sl_044_map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38400" y="432390"/>
            <a:ext cx="286512" cy="414102"/>
          </a:xfrm>
          <a:prstGeom prst="rect">
            <a:avLst/>
          </a:prstGeom>
        </p:spPr>
      </p:pic>
      <p:pic>
        <p:nvPicPr>
          <p:cNvPr id="42" name="Picture 41" descr="STO_110_Output_039_sl_044_map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0" y="432390"/>
            <a:ext cx="286512" cy="414102"/>
          </a:xfrm>
          <a:prstGeom prst="rect">
            <a:avLst/>
          </a:prstGeom>
        </p:spPr>
      </p:pic>
      <p:pic>
        <p:nvPicPr>
          <p:cNvPr id="43" name="Picture 42" descr="STO_110_Output_039_sl_044_map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0" y="432390"/>
            <a:ext cx="286512" cy="414102"/>
          </a:xfrm>
          <a:prstGeom prst="rect">
            <a:avLst/>
          </a:prstGeom>
        </p:spPr>
      </p:pic>
      <p:pic>
        <p:nvPicPr>
          <p:cNvPr id="44" name="Picture 43" descr="STO_110_Output_039_sl_044_map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2800" y="432390"/>
            <a:ext cx="286512" cy="414102"/>
          </a:xfrm>
          <a:prstGeom prst="rect">
            <a:avLst/>
          </a:prstGeom>
        </p:spPr>
      </p:pic>
      <p:pic>
        <p:nvPicPr>
          <p:cNvPr id="45" name="Picture 44" descr="STO_110_Output_043_sl_044_map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0" y="432390"/>
            <a:ext cx="286512" cy="414102"/>
          </a:xfrm>
          <a:prstGeom prst="rect">
            <a:avLst/>
          </a:prstGeom>
        </p:spPr>
      </p:pic>
      <p:pic>
        <p:nvPicPr>
          <p:cNvPr id="46" name="Picture 45" descr="STO_110_Output_043_sl_044_map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62400" y="432390"/>
            <a:ext cx="286512" cy="414102"/>
          </a:xfrm>
          <a:prstGeom prst="rect">
            <a:avLst/>
          </a:prstGeom>
        </p:spPr>
      </p:pic>
      <p:pic>
        <p:nvPicPr>
          <p:cNvPr id="47" name="Picture 46" descr="STO_110_Output_045_sl_044_map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67200" y="432390"/>
            <a:ext cx="286512" cy="414102"/>
          </a:xfrm>
          <a:prstGeom prst="rect">
            <a:avLst/>
          </a:prstGeom>
        </p:spPr>
      </p:pic>
      <p:pic>
        <p:nvPicPr>
          <p:cNvPr id="48" name="Picture 47" descr="STO_110_Output_045_sl_044_map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432390"/>
            <a:ext cx="286512" cy="414102"/>
          </a:xfrm>
          <a:prstGeom prst="rect">
            <a:avLst/>
          </a:prstGeom>
        </p:spPr>
      </p:pic>
      <p:pic>
        <p:nvPicPr>
          <p:cNvPr id="49" name="Picture 48" descr="STO_110_Output_045_sl_044_map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6800" y="432390"/>
            <a:ext cx="286512" cy="414102"/>
          </a:xfrm>
          <a:prstGeom prst="rect">
            <a:avLst/>
          </a:prstGeom>
        </p:spPr>
      </p:pic>
      <p:pic>
        <p:nvPicPr>
          <p:cNvPr id="50" name="Picture 49" descr="STO_110_Output_045_sl_044_map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81600" y="432390"/>
            <a:ext cx="286512" cy="414102"/>
          </a:xfrm>
          <a:prstGeom prst="rect">
            <a:avLst/>
          </a:prstGeom>
        </p:spPr>
      </p:pic>
      <p:pic>
        <p:nvPicPr>
          <p:cNvPr id="51" name="Picture 50" descr="STO_110_Output_049_sl_044_map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0" y="432390"/>
            <a:ext cx="286512" cy="414102"/>
          </a:xfrm>
          <a:prstGeom prst="rect">
            <a:avLst/>
          </a:prstGeom>
        </p:spPr>
      </p:pic>
      <p:pic>
        <p:nvPicPr>
          <p:cNvPr id="52" name="Picture 51" descr="STO_110_Output_049_sl_044_map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91200" y="432390"/>
            <a:ext cx="286512" cy="414102"/>
          </a:xfrm>
          <a:prstGeom prst="rect">
            <a:avLst/>
          </a:prstGeom>
        </p:spPr>
      </p:pic>
      <p:pic>
        <p:nvPicPr>
          <p:cNvPr id="53" name="Picture 52" descr="STO_110_Output_051_sl_044_map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432390"/>
            <a:ext cx="286512" cy="414102"/>
          </a:xfrm>
          <a:prstGeom prst="rect">
            <a:avLst/>
          </a:prstGeom>
        </p:spPr>
      </p:pic>
      <p:pic>
        <p:nvPicPr>
          <p:cNvPr id="54" name="Picture 53" descr="STO_110_Output_051_sl_044_map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32390"/>
            <a:ext cx="286512" cy="414102"/>
          </a:xfrm>
          <a:prstGeom prst="rect">
            <a:avLst/>
          </a:prstGeom>
        </p:spPr>
      </p:pic>
      <p:pic>
        <p:nvPicPr>
          <p:cNvPr id="55" name="Picture 54" descr="STO_110_Output_051_sl_044_map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5600" y="432390"/>
            <a:ext cx="286512" cy="414102"/>
          </a:xfrm>
          <a:prstGeom prst="rect">
            <a:avLst/>
          </a:prstGeom>
        </p:spPr>
      </p:pic>
      <p:pic>
        <p:nvPicPr>
          <p:cNvPr id="56" name="Picture 55" descr="STO_110_Output_051_sl_044_map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10400" y="432390"/>
            <a:ext cx="286512" cy="414102"/>
          </a:xfrm>
          <a:prstGeom prst="rect">
            <a:avLst/>
          </a:prstGeom>
        </p:spPr>
      </p:pic>
      <p:pic>
        <p:nvPicPr>
          <p:cNvPr id="57" name="Picture 56" descr="STO_110_Output_055_sl_044_map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15200" y="432390"/>
            <a:ext cx="286512" cy="414102"/>
          </a:xfrm>
          <a:prstGeom prst="rect">
            <a:avLst/>
          </a:prstGeom>
        </p:spPr>
      </p:pic>
      <p:pic>
        <p:nvPicPr>
          <p:cNvPr id="58" name="Picture 57" descr="STO_110_Output_055_sl_044_map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0" y="432390"/>
            <a:ext cx="286512" cy="414102"/>
          </a:xfrm>
          <a:prstGeom prst="rect">
            <a:avLst/>
          </a:prstGeom>
        </p:spPr>
      </p:pic>
      <p:pic>
        <p:nvPicPr>
          <p:cNvPr id="59" name="Picture 58" descr="STO_110_Output_057_sl_044_map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24800" y="432390"/>
            <a:ext cx="286512" cy="414102"/>
          </a:xfrm>
          <a:prstGeom prst="rect">
            <a:avLst/>
          </a:prstGeom>
        </p:spPr>
      </p:pic>
      <p:pic>
        <p:nvPicPr>
          <p:cNvPr id="60" name="Picture 59" descr="STO_110_Output_057_sl_044_map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29600" y="432390"/>
            <a:ext cx="286512" cy="414102"/>
          </a:xfrm>
          <a:prstGeom prst="rect">
            <a:avLst/>
          </a:prstGeom>
        </p:spPr>
      </p:pic>
      <p:pic>
        <p:nvPicPr>
          <p:cNvPr id="61" name="Picture 60" descr="STO_110_Output_057_sl_044_map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34400" y="432390"/>
            <a:ext cx="286512" cy="414102"/>
          </a:xfrm>
          <a:prstGeom prst="rect">
            <a:avLst/>
          </a:prstGeom>
        </p:spPr>
      </p:pic>
      <p:pic>
        <p:nvPicPr>
          <p:cNvPr id="62" name="Picture 61" descr="STO_110_Output_057_sl_044_map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39200" y="432390"/>
            <a:ext cx="286512" cy="414102"/>
          </a:xfrm>
          <a:prstGeom prst="rect">
            <a:avLst/>
          </a:prstGeom>
        </p:spPr>
      </p:pic>
      <p:pic>
        <p:nvPicPr>
          <p:cNvPr id="63" name="Picture 62" descr="STO_110_Output_061_sl_044_map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864781"/>
            <a:ext cx="286512" cy="414102"/>
          </a:xfrm>
          <a:prstGeom prst="rect">
            <a:avLst/>
          </a:prstGeom>
        </p:spPr>
      </p:pic>
      <p:pic>
        <p:nvPicPr>
          <p:cNvPr id="64" name="Picture 63" descr="STO_110_Output_061_sl_044_map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864781"/>
            <a:ext cx="286512" cy="414102"/>
          </a:xfrm>
          <a:prstGeom prst="rect">
            <a:avLst/>
          </a:prstGeom>
        </p:spPr>
      </p:pic>
      <p:pic>
        <p:nvPicPr>
          <p:cNvPr id="65" name="Picture 64" descr="STO_110_Output_063_sl_044_map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864781"/>
            <a:ext cx="286512" cy="414102"/>
          </a:xfrm>
          <a:prstGeom prst="rect">
            <a:avLst/>
          </a:prstGeom>
        </p:spPr>
      </p:pic>
      <p:pic>
        <p:nvPicPr>
          <p:cNvPr id="66" name="Picture 65" descr="STO_110_Output_063_sl_044_map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864781"/>
            <a:ext cx="286512" cy="414102"/>
          </a:xfrm>
          <a:prstGeom prst="rect">
            <a:avLst/>
          </a:prstGeom>
        </p:spPr>
      </p:pic>
      <p:pic>
        <p:nvPicPr>
          <p:cNvPr id="67" name="Picture 66" descr="STO_110_Output_063_sl_044_map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19200" y="864781"/>
            <a:ext cx="286512" cy="414102"/>
          </a:xfrm>
          <a:prstGeom prst="rect">
            <a:avLst/>
          </a:prstGeom>
        </p:spPr>
      </p:pic>
      <p:pic>
        <p:nvPicPr>
          <p:cNvPr id="68" name="Picture 67" descr="STO_110_Output_063_sl_044_map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4000" y="864781"/>
            <a:ext cx="286512" cy="414102"/>
          </a:xfrm>
          <a:prstGeom prst="rect">
            <a:avLst/>
          </a:prstGeom>
        </p:spPr>
      </p:pic>
      <p:pic>
        <p:nvPicPr>
          <p:cNvPr id="69" name="Picture 68" descr="STO_110_Output_067_sl_044_map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28800" y="864781"/>
            <a:ext cx="286512" cy="414102"/>
          </a:xfrm>
          <a:prstGeom prst="rect">
            <a:avLst/>
          </a:prstGeom>
        </p:spPr>
      </p:pic>
      <p:pic>
        <p:nvPicPr>
          <p:cNvPr id="70" name="Picture 69" descr="STO_110_Output_067_sl_044_map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33600" y="864781"/>
            <a:ext cx="286512" cy="414102"/>
          </a:xfrm>
          <a:prstGeom prst="rect">
            <a:avLst/>
          </a:prstGeom>
        </p:spPr>
      </p:pic>
      <p:pic>
        <p:nvPicPr>
          <p:cNvPr id="71" name="Picture 70" descr="STO_110_Output_069_sl_044_map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38400" y="864781"/>
            <a:ext cx="286512" cy="414102"/>
          </a:xfrm>
          <a:prstGeom prst="rect">
            <a:avLst/>
          </a:prstGeom>
        </p:spPr>
      </p:pic>
      <p:pic>
        <p:nvPicPr>
          <p:cNvPr id="72" name="Picture 71" descr="STO_110_Output_069_sl_044_map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43200" y="864781"/>
            <a:ext cx="286512" cy="414102"/>
          </a:xfrm>
          <a:prstGeom prst="rect">
            <a:avLst/>
          </a:prstGeom>
        </p:spPr>
      </p:pic>
      <p:pic>
        <p:nvPicPr>
          <p:cNvPr id="73" name="Picture 72" descr="STO_110_Output_069_sl_044_map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48000" y="864781"/>
            <a:ext cx="286512" cy="414102"/>
          </a:xfrm>
          <a:prstGeom prst="rect">
            <a:avLst/>
          </a:prstGeom>
        </p:spPr>
      </p:pic>
      <p:pic>
        <p:nvPicPr>
          <p:cNvPr id="74" name="Picture 73" descr="STO_110_Output_069_sl_044_map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52800" y="864781"/>
            <a:ext cx="286512" cy="414102"/>
          </a:xfrm>
          <a:prstGeom prst="rect">
            <a:avLst/>
          </a:prstGeom>
        </p:spPr>
      </p:pic>
      <p:pic>
        <p:nvPicPr>
          <p:cNvPr id="75" name="Picture 74" descr="STO_110_Output_073_sl_044_map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57600" y="864781"/>
            <a:ext cx="286512" cy="414102"/>
          </a:xfrm>
          <a:prstGeom prst="rect">
            <a:avLst/>
          </a:prstGeom>
        </p:spPr>
      </p:pic>
      <p:pic>
        <p:nvPicPr>
          <p:cNvPr id="76" name="Picture 75" descr="STO_110_Output_073_sl_044_map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62400" y="864781"/>
            <a:ext cx="286512" cy="414102"/>
          </a:xfrm>
          <a:prstGeom prst="rect">
            <a:avLst/>
          </a:prstGeom>
        </p:spPr>
      </p:pic>
      <p:pic>
        <p:nvPicPr>
          <p:cNvPr id="77" name="Picture 76" descr="STO_110_Output_075_sl_044_map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67200" y="864781"/>
            <a:ext cx="286512" cy="414102"/>
          </a:xfrm>
          <a:prstGeom prst="rect">
            <a:avLst/>
          </a:prstGeom>
        </p:spPr>
      </p:pic>
      <p:pic>
        <p:nvPicPr>
          <p:cNvPr id="78" name="Picture 77" descr="STO_110_Output_075_sl_044_map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0" y="864781"/>
            <a:ext cx="286512" cy="414102"/>
          </a:xfrm>
          <a:prstGeom prst="rect">
            <a:avLst/>
          </a:prstGeom>
        </p:spPr>
      </p:pic>
      <p:pic>
        <p:nvPicPr>
          <p:cNvPr id="79" name="Picture 78" descr="STO_110_Output_075_sl_044_map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76800" y="864781"/>
            <a:ext cx="286512" cy="414102"/>
          </a:xfrm>
          <a:prstGeom prst="rect">
            <a:avLst/>
          </a:prstGeom>
        </p:spPr>
      </p:pic>
      <p:pic>
        <p:nvPicPr>
          <p:cNvPr id="80" name="Picture 79" descr="STO_110_Output_075_sl_044_map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81600" y="864781"/>
            <a:ext cx="286512" cy="414102"/>
          </a:xfrm>
          <a:prstGeom prst="rect">
            <a:avLst/>
          </a:prstGeom>
        </p:spPr>
      </p:pic>
      <p:pic>
        <p:nvPicPr>
          <p:cNvPr id="81" name="Picture 80" descr="STO_110_Output_079_sl_044_map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86400" y="864781"/>
            <a:ext cx="286512" cy="414102"/>
          </a:xfrm>
          <a:prstGeom prst="rect">
            <a:avLst/>
          </a:prstGeom>
        </p:spPr>
      </p:pic>
      <p:pic>
        <p:nvPicPr>
          <p:cNvPr id="82" name="Picture 81" descr="STO_110_Output_079_sl_044_map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91200" y="864781"/>
            <a:ext cx="286512" cy="414102"/>
          </a:xfrm>
          <a:prstGeom prst="rect">
            <a:avLst/>
          </a:prstGeom>
        </p:spPr>
      </p:pic>
      <p:pic>
        <p:nvPicPr>
          <p:cNvPr id="83" name="Picture 82" descr="STO_110_Output_081_sl_044_map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0" y="864781"/>
            <a:ext cx="286512" cy="414102"/>
          </a:xfrm>
          <a:prstGeom prst="rect">
            <a:avLst/>
          </a:prstGeom>
        </p:spPr>
      </p:pic>
      <p:pic>
        <p:nvPicPr>
          <p:cNvPr id="84" name="Picture 83" descr="STO_110_Output_081_sl_044_map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0800" y="864781"/>
            <a:ext cx="286512" cy="414102"/>
          </a:xfrm>
          <a:prstGeom prst="rect">
            <a:avLst/>
          </a:prstGeom>
        </p:spPr>
      </p:pic>
      <p:pic>
        <p:nvPicPr>
          <p:cNvPr id="85" name="Picture 84" descr="STO_110_Output_081_sl_044_map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05600" y="864781"/>
            <a:ext cx="286512" cy="414102"/>
          </a:xfrm>
          <a:prstGeom prst="rect">
            <a:avLst/>
          </a:prstGeom>
        </p:spPr>
      </p:pic>
      <p:pic>
        <p:nvPicPr>
          <p:cNvPr id="86" name="Picture 85" descr="STO_110_Output_081_sl_044_map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10400" y="864781"/>
            <a:ext cx="286512" cy="414102"/>
          </a:xfrm>
          <a:prstGeom prst="rect">
            <a:avLst/>
          </a:prstGeom>
        </p:spPr>
      </p:pic>
      <p:pic>
        <p:nvPicPr>
          <p:cNvPr id="87" name="Picture 86" descr="STO_110_Output_085_sl_044_map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15200" y="864781"/>
            <a:ext cx="286512" cy="414102"/>
          </a:xfrm>
          <a:prstGeom prst="rect">
            <a:avLst/>
          </a:prstGeom>
        </p:spPr>
      </p:pic>
      <p:pic>
        <p:nvPicPr>
          <p:cNvPr id="88" name="Picture 87" descr="STO_110_Output_085_sl_044_map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20000" y="864781"/>
            <a:ext cx="286512" cy="414102"/>
          </a:xfrm>
          <a:prstGeom prst="rect">
            <a:avLst/>
          </a:prstGeom>
        </p:spPr>
      </p:pic>
      <p:pic>
        <p:nvPicPr>
          <p:cNvPr id="89" name="Picture 88" descr="STO_110_Output_087_sl_044_map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24800" y="864781"/>
            <a:ext cx="286512" cy="414102"/>
          </a:xfrm>
          <a:prstGeom prst="rect">
            <a:avLst/>
          </a:prstGeom>
        </p:spPr>
      </p:pic>
      <p:pic>
        <p:nvPicPr>
          <p:cNvPr id="90" name="Picture 89" descr="STO_110_Output_087_sl_044_map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29600" y="864781"/>
            <a:ext cx="286512" cy="414102"/>
          </a:xfrm>
          <a:prstGeom prst="rect">
            <a:avLst/>
          </a:prstGeom>
        </p:spPr>
      </p:pic>
      <p:pic>
        <p:nvPicPr>
          <p:cNvPr id="91" name="Picture 90" descr="STO_110_Output_087_sl_044_map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34400" y="864781"/>
            <a:ext cx="286512" cy="414102"/>
          </a:xfrm>
          <a:prstGeom prst="rect">
            <a:avLst/>
          </a:prstGeom>
        </p:spPr>
      </p:pic>
      <p:pic>
        <p:nvPicPr>
          <p:cNvPr id="92" name="Picture 91" descr="STO_110_Output_087_sl_044_map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39200" y="864781"/>
            <a:ext cx="286512" cy="414102"/>
          </a:xfrm>
          <a:prstGeom prst="rect">
            <a:avLst/>
          </a:prstGeom>
        </p:spPr>
      </p:pic>
      <p:pic>
        <p:nvPicPr>
          <p:cNvPr id="93" name="Picture 92" descr="STO_110_Output_091_sl_044_map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97172"/>
            <a:ext cx="286512" cy="414102"/>
          </a:xfrm>
          <a:prstGeom prst="rect">
            <a:avLst/>
          </a:prstGeom>
        </p:spPr>
      </p:pic>
      <p:pic>
        <p:nvPicPr>
          <p:cNvPr id="94" name="Picture 93" descr="STO_110_Output_091_sl_044_map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04800" y="1297172"/>
            <a:ext cx="286512" cy="414102"/>
          </a:xfrm>
          <a:prstGeom prst="rect">
            <a:avLst/>
          </a:prstGeom>
        </p:spPr>
      </p:pic>
      <p:pic>
        <p:nvPicPr>
          <p:cNvPr id="95" name="Picture 94" descr="STO_110_Output_093_sl_044_map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9600" y="1297172"/>
            <a:ext cx="286512" cy="414102"/>
          </a:xfrm>
          <a:prstGeom prst="rect">
            <a:avLst/>
          </a:prstGeom>
        </p:spPr>
      </p:pic>
      <p:pic>
        <p:nvPicPr>
          <p:cNvPr id="96" name="Picture 95" descr="STO_110_Output_093_sl_044_map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4400" y="1297172"/>
            <a:ext cx="286512" cy="414102"/>
          </a:xfrm>
          <a:prstGeom prst="rect">
            <a:avLst/>
          </a:prstGeom>
        </p:spPr>
      </p:pic>
      <p:pic>
        <p:nvPicPr>
          <p:cNvPr id="97" name="Picture 96" descr="STO_110_Output_093_sl_044_map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19200" y="1297172"/>
            <a:ext cx="286512" cy="414102"/>
          </a:xfrm>
          <a:prstGeom prst="rect">
            <a:avLst/>
          </a:prstGeom>
        </p:spPr>
      </p:pic>
      <p:pic>
        <p:nvPicPr>
          <p:cNvPr id="98" name="Picture 97" descr="STO_110_Output_093_sl_044_map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24000" y="1297172"/>
            <a:ext cx="286512" cy="414102"/>
          </a:xfrm>
          <a:prstGeom prst="rect">
            <a:avLst/>
          </a:prstGeom>
        </p:spPr>
      </p:pic>
      <p:pic>
        <p:nvPicPr>
          <p:cNvPr id="99" name="Picture 98" descr="STO_110_Output_097_sl_044_map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28800" y="1297172"/>
            <a:ext cx="286512" cy="414102"/>
          </a:xfrm>
          <a:prstGeom prst="rect">
            <a:avLst/>
          </a:prstGeom>
        </p:spPr>
      </p:pic>
      <p:pic>
        <p:nvPicPr>
          <p:cNvPr id="100" name="Picture 99" descr="STO_110_Output_097_sl_044_map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33600" y="1297172"/>
            <a:ext cx="286512" cy="414102"/>
          </a:xfrm>
          <a:prstGeom prst="rect">
            <a:avLst/>
          </a:prstGeom>
        </p:spPr>
      </p:pic>
      <p:pic>
        <p:nvPicPr>
          <p:cNvPr id="101" name="Picture 100" descr="STO_110_Output_099_sl_044_map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438400" y="1297172"/>
            <a:ext cx="286512" cy="414102"/>
          </a:xfrm>
          <a:prstGeom prst="rect">
            <a:avLst/>
          </a:prstGeom>
        </p:spPr>
      </p:pic>
      <p:pic>
        <p:nvPicPr>
          <p:cNvPr id="102" name="Picture 101" descr="STO_110_Output_099_sl_044_map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743200" y="1297172"/>
            <a:ext cx="286512" cy="414102"/>
          </a:xfrm>
          <a:prstGeom prst="rect">
            <a:avLst/>
          </a:prstGeom>
        </p:spPr>
      </p:pic>
      <p:pic>
        <p:nvPicPr>
          <p:cNvPr id="103" name="Picture 102" descr="STO_110_Output_099_sl_044_map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048000" y="1297172"/>
            <a:ext cx="286512" cy="414102"/>
          </a:xfrm>
          <a:prstGeom prst="rect">
            <a:avLst/>
          </a:prstGeom>
        </p:spPr>
      </p:pic>
      <p:pic>
        <p:nvPicPr>
          <p:cNvPr id="104" name="Picture 103" descr="STO_110_Output_099_sl_044_map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52800" y="1297172"/>
            <a:ext cx="286512" cy="414102"/>
          </a:xfrm>
          <a:prstGeom prst="rect">
            <a:avLst/>
          </a:prstGeom>
        </p:spPr>
      </p:pic>
      <p:pic>
        <p:nvPicPr>
          <p:cNvPr id="105" name="Picture 104" descr="STO_110_Output_103_sl_044_map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657600" y="1297172"/>
            <a:ext cx="286512" cy="414102"/>
          </a:xfrm>
          <a:prstGeom prst="rect">
            <a:avLst/>
          </a:prstGeom>
        </p:spPr>
      </p:pic>
      <p:pic>
        <p:nvPicPr>
          <p:cNvPr id="106" name="Picture 105" descr="STO_110_Output_103_sl_044_map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962400" y="1297172"/>
            <a:ext cx="286512" cy="414102"/>
          </a:xfrm>
          <a:prstGeom prst="rect">
            <a:avLst/>
          </a:prstGeom>
        </p:spPr>
      </p:pic>
      <p:pic>
        <p:nvPicPr>
          <p:cNvPr id="107" name="Picture 106" descr="STO_110_Output_105_sl_044_map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267200" y="1297172"/>
            <a:ext cx="286512" cy="414102"/>
          </a:xfrm>
          <a:prstGeom prst="rect">
            <a:avLst/>
          </a:prstGeom>
        </p:spPr>
      </p:pic>
      <p:pic>
        <p:nvPicPr>
          <p:cNvPr id="108" name="Picture 107" descr="STO_110_Output_105_sl_044_map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572000" y="1297172"/>
            <a:ext cx="286512" cy="414102"/>
          </a:xfrm>
          <a:prstGeom prst="rect">
            <a:avLst/>
          </a:prstGeom>
        </p:spPr>
      </p:pic>
      <p:pic>
        <p:nvPicPr>
          <p:cNvPr id="109" name="Picture 108" descr="STO_110_Output_105_sl_044_map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876800" y="1297172"/>
            <a:ext cx="286512" cy="414102"/>
          </a:xfrm>
          <a:prstGeom prst="rect">
            <a:avLst/>
          </a:prstGeom>
        </p:spPr>
      </p:pic>
      <p:pic>
        <p:nvPicPr>
          <p:cNvPr id="110" name="Picture 109" descr="STO_110_Output_105_sl_044_map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81600" y="1297172"/>
            <a:ext cx="286512" cy="414102"/>
          </a:xfrm>
          <a:prstGeom prst="rect">
            <a:avLst/>
          </a:prstGeom>
        </p:spPr>
      </p:pic>
      <p:pic>
        <p:nvPicPr>
          <p:cNvPr id="111" name="Picture 110" descr="STO_110_Output_109_sl_044_map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86400" y="1297172"/>
            <a:ext cx="286512" cy="414102"/>
          </a:xfrm>
          <a:prstGeom prst="rect">
            <a:avLst/>
          </a:prstGeom>
        </p:spPr>
      </p:pic>
      <p:pic>
        <p:nvPicPr>
          <p:cNvPr id="112" name="Picture 111" descr="STO_110_Output_109_sl_044_map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791200" y="1297172"/>
            <a:ext cx="286512" cy="414102"/>
          </a:xfrm>
          <a:prstGeom prst="rect">
            <a:avLst/>
          </a:prstGeom>
        </p:spPr>
      </p:pic>
      <p:pic>
        <p:nvPicPr>
          <p:cNvPr id="113" name="Picture 112" descr="STO_110_Output_111_sl_044_map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096000" y="1297172"/>
            <a:ext cx="286512" cy="414102"/>
          </a:xfrm>
          <a:prstGeom prst="rect">
            <a:avLst/>
          </a:prstGeom>
        </p:spPr>
      </p:pic>
      <p:pic>
        <p:nvPicPr>
          <p:cNvPr id="114" name="Picture 113" descr="STO_110_Output_111_sl_044_map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00800" y="1297172"/>
            <a:ext cx="286512" cy="414102"/>
          </a:xfrm>
          <a:prstGeom prst="rect">
            <a:avLst/>
          </a:prstGeom>
        </p:spPr>
      </p:pic>
      <p:pic>
        <p:nvPicPr>
          <p:cNvPr id="115" name="Picture 114" descr="STO_110_Output_111_sl_044_map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705600" y="1297172"/>
            <a:ext cx="286512" cy="414102"/>
          </a:xfrm>
          <a:prstGeom prst="rect">
            <a:avLst/>
          </a:prstGeom>
        </p:spPr>
      </p:pic>
      <p:pic>
        <p:nvPicPr>
          <p:cNvPr id="116" name="Picture 115" descr="STO_110_Output_111_sl_044_map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010400" y="1297172"/>
            <a:ext cx="286512" cy="414102"/>
          </a:xfrm>
          <a:prstGeom prst="rect">
            <a:avLst/>
          </a:prstGeom>
        </p:spPr>
      </p:pic>
      <p:pic>
        <p:nvPicPr>
          <p:cNvPr id="117" name="Picture 116" descr="STO_110_Output_115_sl_044_map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315200" y="1297172"/>
            <a:ext cx="286512" cy="414102"/>
          </a:xfrm>
          <a:prstGeom prst="rect">
            <a:avLst/>
          </a:prstGeom>
        </p:spPr>
      </p:pic>
      <p:pic>
        <p:nvPicPr>
          <p:cNvPr id="118" name="Picture 117" descr="STO_110_Output_115_sl_044_map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620000" y="1297172"/>
            <a:ext cx="286512" cy="414102"/>
          </a:xfrm>
          <a:prstGeom prst="rect">
            <a:avLst/>
          </a:prstGeom>
        </p:spPr>
      </p:pic>
      <p:pic>
        <p:nvPicPr>
          <p:cNvPr id="119" name="Picture 118" descr="STO_110_Output_117_sl_044_map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924800" y="1297172"/>
            <a:ext cx="286512" cy="414102"/>
          </a:xfrm>
          <a:prstGeom prst="rect">
            <a:avLst/>
          </a:prstGeom>
        </p:spPr>
      </p:pic>
      <p:pic>
        <p:nvPicPr>
          <p:cNvPr id="120" name="Picture 119" descr="STO_110_Output_117_sl_044_map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229600" y="1297172"/>
            <a:ext cx="286512" cy="414102"/>
          </a:xfrm>
          <a:prstGeom prst="rect">
            <a:avLst/>
          </a:prstGeom>
        </p:spPr>
      </p:pic>
      <p:pic>
        <p:nvPicPr>
          <p:cNvPr id="121" name="Picture 120" descr="STO_110_Output_117_sl_044_map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534400" y="1297172"/>
            <a:ext cx="286512" cy="414102"/>
          </a:xfrm>
          <a:prstGeom prst="rect">
            <a:avLst/>
          </a:prstGeom>
        </p:spPr>
      </p:pic>
      <p:pic>
        <p:nvPicPr>
          <p:cNvPr id="122" name="Picture 121" descr="STO_110_Output_117_sl_044_map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839200" y="1297172"/>
            <a:ext cx="286512" cy="414102"/>
          </a:xfrm>
          <a:prstGeom prst="rect">
            <a:avLst/>
          </a:prstGeom>
        </p:spPr>
      </p:pic>
      <p:pic>
        <p:nvPicPr>
          <p:cNvPr id="123" name="Picture 122" descr="STO_110_Output_121_sl_044_map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729562"/>
            <a:ext cx="286512" cy="414102"/>
          </a:xfrm>
          <a:prstGeom prst="rect">
            <a:avLst/>
          </a:prstGeom>
        </p:spPr>
      </p:pic>
      <p:pic>
        <p:nvPicPr>
          <p:cNvPr id="124" name="Picture 123" descr="STO_110_Output_121_sl_044_map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4800" y="1729562"/>
            <a:ext cx="286512" cy="414102"/>
          </a:xfrm>
          <a:prstGeom prst="rect">
            <a:avLst/>
          </a:prstGeom>
        </p:spPr>
      </p:pic>
      <p:pic>
        <p:nvPicPr>
          <p:cNvPr id="125" name="Picture 124" descr="STO_110_Output_123_sl_044_map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09600" y="1729562"/>
            <a:ext cx="286512" cy="414102"/>
          </a:xfrm>
          <a:prstGeom prst="rect">
            <a:avLst/>
          </a:prstGeom>
        </p:spPr>
      </p:pic>
      <p:pic>
        <p:nvPicPr>
          <p:cNvPr id="126" name="Picture 125" descr="STO_110_Output_123_sl_044_map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14400" y="1729562"/>
            <a:ext cx="286512" cy="414102"/>
          </a:xfrm>
          <a:prstGeom prst="rect">
            <a:avLst/>
          </a:prstGeom>
        </p:spPr>
      </p:pic>
      <p:pic>
        <p:nvPicPr>
          <p:cNvPr id="127" name="Picture 126" descr="STO_110_Output_123_sl_044_map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219200" y="1729562"/>
            <a:ext cx="286512" cy="414102"/>
          </a:xfrm>
          <a:prstGeom prst="rect">
            <a:avLst/>
          </a:prstGeom>
        </p:spPr>
      </p:pic>
      <p:pic>
        <p:nvPicPr>
          <p:cNvPr id="128" name="Picture 127" descr="STO_110_Output_123_sl_044_map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524000" y="1729562"/>
            <a:ext cx="286512" cy="414102"/>
          </a:xfrm>
          <a:prstGeom prst="rect">
            <a:avLst/>
          </a:prstGeom>
        </p:spPr>
      </p:pic>
      <p:pic>
        <p:nvPicPr>
          <p:cNvPr id="129" name="Picture 128" descr="STO_110_Output_127_sl_044_map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828800" y="1729562"/>
            <a:ext cx="286512" cy="414102"/>
          </a:xfrm>
          <a:prstGeom prst="rect">
            <a:avLst/>
          </a:prstGeom>
        </p:spPr>
      </p:pic>
      <p:pic>
        <p:nvPicPr>
          <p:cNvPr id="130" name="Picture 129" descr="STO_110_Output_127_sl_044_map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133600" y="1729562"/>
            <a:ext cx="286512" cy="414102"/>
          </a:xfrm>
          <a:prstGeom prst="rect">
            <a:avLst/>
          </a:prstGeom>
        </p:spPr>
      </p:pic>
      <p:pic>
        <p:nvPicPr>
          <p:cNvPr id="131" name="Picture 130" descr="STO_110_Output_129_sl_044_map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438400" y="1729562"/>
            <a:ext cx="286512" cy="414102"/>
          </a:xfrm>
          <a:prstGeom prst="rect">
            <a:avLst/>
          </a:prstGeom>
        </p:spPr>
      </p:pic>
      <p:pic>
        <p:nvPicPr>
          <p:cNvPr id="132" name="Picture 131" descr="STO_110_Output_129_sl_044_map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43200" y="1729562"/>
            <a:ext cx="286512" cy="414102"/>
          </a:xfrm>
          <a:prstGeom prst="rect">
            <a:avLst/>
          </a:prstGeom>
        </p:spPr>
      </p:pic>
      <p:pic>
        <p:nvPicPr>
          <p:cNvPr id="133" name="Picture 132" descr="STO_110_Output_129_sl_044_map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048000" y="1729562"/>
            <a:ext cx="286512" cy="414102"/>
          </a:xfrm>
          <a:prstGeom prst="rect">
            <a:avLst/>
          </a:prstGeom>
        </p:spPr>
      </p:pic>
      <p:pic>
        <p:nvPicPr>
          <p:cNvPr id="134" name="Picture 133" descr="STO_110_Output_129_sl_044_map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352800" y="1729562"/>
            <a:ext cx="286512" cy="414102"/>
          </a:xfrm>
          <a:prstGeom prst="rect">
            <a:avLst/>
          </a:prstGeom>
        </p:spPr>
      </p:pic>
      <p:pic>
        <p:nvPicPr>
          <p:cNvPr id="135" name="Picture 134" descr="STO_110_Output_133_sl_044_map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657600" y="1729562"/>
            <a:ext cx="286512" cy="414102"/>
          </a:xfrm>
          <a:prstGeom prst="rect">
            <a:avLst/>
          </a:prstGeom>
        </p:spPr>
      </p:pic>
      <p:pic>
        <p:nvPicPr>
          <p:cNvPr id="136" name="Picture 135" descr="STO_110_Output_133_sl_044_map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962400" y="1729562"/>
            <a:ext cx="286512" cy="414102"/>
          </a:xfrm>
          <a:prstGeom prst="rect">
            <a:avLst/>
          </a:prstGeom>
        </p:spPr>
      </p:pic>
      <p:pic>
        <p:nvPicPr>
          <p:cNvPr id="137" name="Picture 136" descr="STO_110_Output_135_sl_044_map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267200" y="1729562"/>
            <a:ext cx="286512" cy="414102"/>
          </a:xfrm>
          <a:prstGeom prst="rect">
            <a:avLst/>
          </a:prstGeom>
        </p:spPr>
      </p:pic>
      <p:pic>
        <p:nvPicPr>
          <p:cNvPr id="138" name="Picture 137" descr="STO_110_Output_135_sl_044_map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572000" y="1729562"/>
            <a:ext cx="286512" cy="414102"/>
          </a:xfrm>
          <a:prstGeom prst="rect">
            <a:avLst/>
          </a:prstGeom>
        </p:spPr>
      </p:pic>
      <p:pic>
        <p:nvPicPr>
          <p:cNvPr id="139" name="Picture 138" descr="STO_110_Output_135_sl_044_map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76800" y="1729562"/>
            <a:ext cx="286512" cy="414102"/>
          </a:xfrm>
          <a:prstGeom prst="rect">
            <a:avLst/>
          </a:prstGeom>
        </p:spPr>
      </p:pic>
      <p:pic>
        <p:nvPicPr>
          <p:cNvPr id="140" name="Picture 139" descr="STO_110_Output_135_sl_044_map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181600" y="1729562"/>
            <a:ext cx="286512" cy="414102"/>
          </a:xfrm>
          <a:prstGeom prst="rect">
            <a:avLst/>
          </a:prstGeom>
        </p:spPr>
      </p:pic>
      <p:pic>
        <p:nvPicPr>
          <p:cNvPr id="141" name="Picture 140" descr="STO_110_Output_139_sl_044_map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486400" y="1729562"/>
            <a:ext cx="286512" cy="414102"/>
          </a:xfrm>
          <a:prstGeom prst="rect">
            <a:avLst/>
          </a:prstGeom>
        </p:spPr>
      </p:pic>
      <p:pic>
        <p:nvPicPr>
          <p:cNvPr id="142" name="Picture 141" descr="STO_110_Output_139_sl_044_map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791200" y="1729562"/>
            <a:ext cx="286512" cy="414102"/>
          </a:xfrm>
          <a:prstGeom prst="rect">
            <a:avLst/>
          </a:prstGeom>
        </p:spPr>
      </p:pic>
      <p:pic>
        <p:nvPicPr>
          <p:cNvPr id="143" name="Picture 142" descr="STO_110_Output_141_sl_044_map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96000" y="1729562"/>
            <a:ext cx="286512" cy="414102"/>
          </a:xfrm>
          <a:prstGeom prst="rect">
            <a:avLst/>
          </a:prstGeom>
        </p:spPr>
      </p:pic>
      <p:pic>
        <p:nvPicPr>
          <p:cNvPr id="144" name="Picture 143" descr="STO_110_Output_141_sl_044_map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400800" y="1729562"/>
            <a:ext cx="286512" cy="414102"/>
          </a:xfrm>
          <a:prstGeom prst="rect">
            <a:avLst/>
          </a:prstGeom>
        </p:spPr>
      </p:pic>
      <p:pic>
        <p:nvPicPr>
          <p:cNvPr id="145" name="Picture 144" descr="STO_110_Output_141_sl_044_map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705600" y="1729562"/>
            <a:ext cx="286512" cy="414102"/>
          </a:xfrm>
          <a:prstGeom prst="rect">
            <a:avLst/>
          </a:prstGeom>
        </p:spPr>
      </p:pic>
      <p:pic>
        <p:nvPicPr>
          <p:cNvPr id="146" name="Picture 145" descr="STO_110_Output_141_sl_044_map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010400" y="1729562"/>
            <a:ext cx="286512" cy="414102"/>
          </a:xfrm>
          <a:prstGeom prst="rect">
            <a:avLst/>
          </a:prstGeom>
        </p:spPr>
      </p:pic>
      <p:pic>
        <p:nvPicPr>
          <p:cNvPr id="147" name="Picture 146" descr="STO_110_Output_145_sl_044_map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315200" y="1729562"/>
            <a:ext cx="286512" cy="414102"/>
          </a:xfrm>
          <a:prstGeom prst="rect">
            <a:avLst/>
          </a:prstGeom>
        </p:spPr>
      </p:pic>
      <p:pic>
        <p:nvPicPr>
          <p:cNvPr id="148" name="Picture 147" descr="STO_110_Output_145_sl_044_map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620000" y="1729562"/>
            <a:ext cx="286512" cy="414102"/>
          </a:xfrm>
          <a:prstGeom prst="rect">
            <a:avLst/>
          </a:prstGeom>
        </p:spPr>
      </p:pic>
      <p:pic>
        <p:nvPicPr>
          <p:cNvPr id="149" name="Picture 148" descr="STO_110_Output_147_sl_044_map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924800" y="1729562"/>
            <a:ext cx="286512" cy="414102"/>
          </a:xfrm>
          <a:prstGeom prst="rect">
            <a:avLst/>
          </a:prstGeom>
        </p:spPr>
      </p:pic>
      <p:pic>
        <p:nvPicPr>
          <p:cNvPr id="150" name="Picture 149" descr="STO_110_Output_147_sl_044_map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229600" y="1729562"/>
            <a:ext cx="286512" cy="414102"/>
          </a:xfrm>
          <a:prstGeom prst="rect">
            <a:avLst/>
          </a:prstGeom>
        </p:spPr>
      </p:pic>
      <p:pic>
        <p:nvPicPr>
          <p:cNvPr id="151" name="Picture 150" descr="STO_110_Output_147_sl_044_map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534400" y="1729562"/>
            <a:ext cx="286512" cy="414102"/>
          </a:xfrm>
          <a:prstGeom prst="rect">
            <a:avLst/>
          </a:prstGeom>
        </p:spPr>
      </p:pic>
      <p:pic>
        <p:nvPicPr>
          <p:cNvPr id="152" name="Picture 151" descr="STO_110_Output_147_sl_044_map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839200" y="1729562"/>
            <a:ext cx="286512" cy="414102"/>
          </a:xfrm>
          <a:prstGeom prst="rect">
            <a:avLst/>
          </a:prstGeom>
        </p:spPr>
      </p:pic>
      <p:pic>
        <p:nvPicPr>
          <p:cNvPr id="153" name="Picture 152" descr="STO_110_Output_151_sl_044_map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2161953"/>
            <a:ext cx="286512" cy="414102"/>
          </a:xfrm>
          <a:prstGeom prst="rect">
            <a:avLst/>
          </a:prstGeom>
        </p:spPr>
      </p:pic>
      <p:pic>
        <p:nvPicPr>
          <p:cNvPr id="154" name="Picture 153" descr="STO_110_Output_151_sl_044_map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04800" y="2161953"/>
            <a:ext cx="286512" cy="414102"/>
          </a:xfrm>
          <a:prstGeom prst="rect">
            <a:avLst/>
          </a:prstGeom>
        </p:spPr>
      </p:pic>
      <p:pic>
        <p:nvPicPr>
          <p:cNvPr id="155" name="Picture 154" descr="STO_110_Output_153_sl_044_map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09600" y="2161953"/>
            <a:ext cx="286512" cy="414102"/>
          </a:xfrm>
          <a:prstGeom prst="rect">
            <a:avLst/>
          </a:prstGeom>
        </p:spPr>
      </p:pic>
      <p:pic>
        <p:nvPicPr>
          <p:cNvPr id="156" name="Picture 155" descr="STO_110_Output_153_sl_044_map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14400" y="2161953"/>
            <a:ext cx="286512" cy="414102"/>
          </a:xfrm>
          <a:prstGeom prst="rect">
            <a:avLst/>
          </a:prstGeom>
        </p:spPr>
      </p:pic>
      <p:pic>
        <p:nvPicPr>
          <p:cNvPr id="157" name="Picture 156" descr="STO_110_Output_153_sl_044_map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219200" y="2161953"/>
            <a:ext cx="286512" cy="414102"/>
          </a:xfrm>
          <a:prstGeom prst="rect">
            <a:avLst/>
          </a:prstGeom>
        </p:spPr>
      </p:pic>
      <p:pic>
        <p:nvPicPr>
          <p:cNvPr id="158" name="Picture 157" descr="STO_110_Output_153_sl_044_map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4000" y="2161953"/>
            <a:ext cx="286512" cy="414102"/>
          </a:xfrm>
          <a:prstGeom prst="rect">
            <a:avLst/>
          </a:prstGeom>
        </p:spPr>
      </p:pic>
      <p:pic>
        <p:nvPicPr>
          <p:cNvPr id="159" name="Picture 158" descr="STO_110_Output_157_sl_044_map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828800" y="2161953"/>
            <a:ext cx="286512" cy="414102"/>
          </a:xfrm>
          <a:prstGeom prst="rect">
            <a:avLst/>
          </a:prstGeom>
        </p:spPr>
      </p:pic>
      <p:pic>
        <p:nvPicPr>
          <p:cNvPr id="160" name="Picture 159" descr="STO_110_Output_157_sl_044_map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133600" y="2161953"/>
            <a:ext cx="286512" cy="414102"/>
          </a:xfrm>
          <a:prstGeom prst="rect">
            <a:avLst/>
          </a:prstGeom>
        </p:spPr>
      </p:pic>
      <p:pic>
        <p:nvPicPr>
          <p:cNvPr id="161" name="Picture 160" descr="STO_110_Output_159_sl_044_map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438400" y="2161953"/>
            <a:ext cx="286512" cy="414102"/>
          </a:xfrm>
          <a:prstGeom prst="rect">
            <a:avLst/>
          </a:prstGeom>
        </p:spPr>
      </p:pic>
      <p:pic>
        <p:nvPicPr>
          <p:cNvPr id="162" name="Picture 161" descr="STO_110_Output_159_sl_044_map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743200" y="2161953"/>
            <a:ext cx="286512" cy="414102"/>
          </a:xfrm>
          <a:prstGeom prst="rect">
            <a:avLst/>
          </a:prstGeom>
        </p:spPr>
      </p:pic>
      <p:pic>
        <p:nvPicPr>
          <p:cNvPr id="163" name="Picture 162" descr="STO_110_Output_159_sl_044_map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048000" y="2161953"/>
            <a:ext cx="286512" cy="414102"/>
          </a:xfrm>
          <a:prstGeom prst="rect">
            <a:avLst/>
          </a:prstGeom>
        </p:spPr>
      </p:pic>
      <p:pic>
        <p:nvPicPr>
          <p:cNvPr id="164" name="Picture 163" descr="STO_110_Output_159_sl_044_map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352800" y="2161953"/>
            <a:ext cx="286512" cy="414102"/>
          </a:xfrm>
          <a:prstGeom prst="rect">
            <a:avLst/>
          </a:prstGeom>
        </p:spPr>
      </p:pic>
      <p:pic>
        <p:nvPicPr>
          <p:cNvPr id="165" name="Picture 164" descr="STO_110_Output_163_sl_044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657600" y="2161953"/>
            <a:ext cx="286512" cy="414102"/>
          </a:xfrm>
          <a:prstGeom prst="rect">
            <a:avLst/>
          </a:prstGeom>
        </p:spPr>
      </p:pic>
      <p:pic>
        <p:nvPicPr>
          <p:cNvPr id="166" name="Picture 165" descr="STO_110_Output_163_sl_044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962400" y="2161953"/>
            <a:ext cx="286512" cy="414102"/>
          </a:xfrm>
          <a:prstGeom prst="rect">
            <a:avLst/>
          </a:prstGeom>
        </p:spPr>
      </p:pic>
      <p:pic>
        <p:nvPicPr>
          <p:cNvPr id="167" name="Picture 166" descr="STO_110_Output_165_sl_044_map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267200" y="2161953"/>
            <a:ext cx="286512" cy="414102"/>
          </a:xfrm>
          <a:prstGeom prst="rect">
            <a:avLst/>
          </a:prstGeom>
        </p:spPr>
      </p:pic>
      <p:pic>
        <p:nvPicPr>
          <p:cNvPr id="168" name="Picture 167" descr="STO_110_Output_165_sl_044_map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572000" y="2161953"/>
            <a:ext cx="286512" cy="414102"/>
          </a:xfrm>
          <a:prstGeom prst="rect">
            <a:avLst/>
          </a:prstGeom>
        </p:spPr>
      </p:pic>
      <p:pic>
        <p:nvPicPr>
          <p:cNvPr id="169" name="Picture 168" descr="STO_110_Output_165_sl_044_map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876800" y="2161953"/>
            <a:ext cx="286512" cy="414102"/>
          </a:xfrm>
          <a:prstGeom prst="rect">
            <a:avLst/>
          </a:prstGeom>
        </p:spPr>
      </p:pic>
      <p:pic>
        <p:nvPicPr>
          <p:cNvPr id="170" name="Picture 169" descr="STO_110_Output_165_sl_044_map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181600" y="2161953"/>
            <a:ext cx="286512" cy="414102"/>
          </a:xfrm>
          <a:prstGeom prst="rect">
            <a:avLst/>
          </a:prstGeom>
        </p:spPr>
      </p:pic>
      <p:pic>
        <p:nvPicPr>
          <p:cNvPr id="171" name="Picture 170" descr="STO_110_Output_169_sl_044_map.jp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486400" y="2161953"/>
            <a:ext cx="286512" cy="414102"/>
          </a:xfrm>
          <a:prstGeom prst="rect">
            <a:avLst/>
          </a:prstGeom>
        </p:spPr>
      </p:pic>
      <p:pic>
        <p:nvPicPr>
          <p:cNvPr id="172" name="Picture 171" descr="STO_110_Output_169_sl_044_map.jp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791200" y="2161953"/>
            <a:ext cx="286512" cy="414102"/>
          </a:xfrm>
          <a:prstGeom prst="rect">
            <a:avLst/>
          </a:prstGeom>
        </p:spPr>
      </p:pic>
      <p:pic>
        <p:nvPicPr>
          <p:cNvPr id="173" name="Picture 172" descr="STO_110_Output_171_sl_044_map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096000" y="2161953"/>
            <a:ext cx="286512" cy="414102"/>
          </a:xfrm>
          <a:prstGeom prst="rect">
            <a:avLst/>
          </a:prstGeom>
        </p:spPr>
      </p:pic>
      <p:pic>
        <p:nvPicPr>
          <p:cNvPr id="174" name="Picture 173" descr="STO_110_Output_171_sl_044_map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400800" y="2161953"/>
            <a:ext cx="286512" cy="414102"/>
          </a:xfrm>
          <a:prstGeom prst="rect">
            <a:avLst/>
          </a:prstGeom>
        </p:spPr>
      </p:pic>
      <p:pic>
        <p:nvPicPr>
          <p:cNvPr id="175" name="Picture 174" descr="STO_110_Output_171_sl_044_map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705600" y="2161953"/>
            <a:ext cx="286512" cy="414102"/>
          </a:xfrm>
          <a:prstGeom prst="rect">
            <a:avLst/>
          </a:prstGeom>
        </p:spPr>
      </p:pic>
      <p:pic>
        <p:nvPicPr>
          <p:cNvPr id="176" name="Picture 175" descr="STO_110_Output_171_sl_044_map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010400" y="2161953"/>
            <a:ext cx="286512" cy="414102"/>
          </a:xfrm>
          <a:prstGeom prst="rect">
            <a:avLst/>
          </a:prstGeom>
        </p:spPr>
      </p:pic>
      <p:pic>
        <p:nvPicPr>
          <p:cNvPr id="177" name="Picture 176" descr="STO_110_Output_175_sl_044_map.jp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315200" y="2161953"/>
            <a:ext cx="286512" cy="414102"/>
          </a:xfrm>
          <a:prstGeom prst="rect">
            <a:avLst/>
          </a:prstGeom>
        </p:spPr>
      </p:pic>
      <p:pic>
        <p:nvPicPr>
          <p:cNvPr id="178" name="Picture 177" descr="STO_110_Output_175_sl_044_map.jp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620000" y="2161953"/>
            <a:ext cx="286512" cy="414102"/>
          </a:xfrm>
          <a:prstGeom prst="rect">
            <a:avLst/>
          </a:prstGeom>
        </p:spPr>
      </p:pic>
      <p:pic>
        <p:nvPicPr>
          <p:cNvPr id="179" name="Picture 178" descr="STO_110_Output_177_sl_044_map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924800" y="2161953"/>
            <a:ext cx="286512" cy="414102"/>
          </a:xfrm>
          <a:prstGeom prst="rect">
            <a:avLst/>
          </a:prstGeom>
        </p:spPr>
      </p:pic>
      <p:pic>
        <p:nvPicPr>
          <p:cNvPr id="180" name="Picture 179" descr="STO_110_Output_177_sl_044_map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229600" y="2161953"/>
            <a:ext cx="286512" cy="414102"/>
          </a:xfrm>
          <a:prstGeom prst="rect">
            <a:avLst/>
          </a:prstGeom>
        </p:spPr>
      </p:pic>
      <p:pic>
        <p:nvPicPr>
          <p:cNvPr id="181" name="Picture 180" descr="STO_110_Output_177_sl_044_map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534400" y="2161953"/>
            <a:ext cx="286512" cy="414102"/>
          </a:xfrm>
          <a:prstGeom prst="rect">
            <a:avLst/>
          </a:prstGeom>
        </p:spPr>
      </p:pic>
      <p:pic>
        <p:nvPicPr>
          <p:cNvPr id="182" name="Picture 181" descr="STO_110_Output_177_sl_044_map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839200" y="2161953"/>
            <a:ext cx="286512" cy="414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